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notesSlides/notesSlide1.xml" ContentType="application/vnd.openxmlformats-officedocument.presentationml.notesSlide+xml"/>
  <Override PartName="/ppt/notesSlides/_rels/notesSlide37.xml.rels" ContentType="application/vnd.openxmlformats-package.relationships+xml"/>
  <Override PartName="/ppt/notesSlides/_rels/notesSlide28.xml.rels" ContentType="application/vnd.openxmlformats-package.relationships+xml"/>
  <Override PartName="/ppt/notesSlides/_rels/notesSlide1.xml.rels" ContentType="application/vnd.openxmlformats-package.relationships+xml"/>
  <Override PartName="/ppt/notesSlides/_rels/notesSlide24.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24.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0.xml" ContentType="application/vnd.openxmlformats-officedocument.presentationml.slideMaster+xml"/>
  <Override PartName="/ppt/slideLayouts/slideLayout59.xml" ContentType="application/vnd.openxmlformats-officedocument.presentationml.slideLayout+xml"/>
  <Override PartName="/ppt/slideLayouts/slideLayout16.xml" ContentType="application/vnd.openxmlformats-officedocument.presentationml.slideLayout+xml"/>
  <Override PartName="/ppt/slideLayouts/slideLayout103.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02.xml" ContentType="application/vnd.openxmlformats-officedocument.presentationml.slideLayout+xml"/>
  <Override PartName="/ppt/slideLayouts/slideLayout57.xml" ContentType="application/vnd.openxmlformats-officedocument.presentationml.slideLayout+xml"/>
  <Override PartName="/ppt/slideLayouts/slideLayout14.xml" ContentType="application/vnd.openxmlformats-officedocument.presentationml.slideLayout+xml"/>
  <Override PartName="/ppt/slideLayouts/slideLayout101.xml" ContentType="application/vnd.openxmlformats-officedocument.presentationml.slideLayout+xml"/>
  <Override PartName="/ppt/slideLayouts/slideLayout49.xml" ContentType="application/vnd.openxmlformats-officedocument.presentationml.slideLayout+xml"/>
  <Override PartName="/ppt/slideLayouts/slideLayout48.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39.xml" ContentType="application/vnd.openxmlformats-officedocument.presentationml.slideLayout+xml"/>
  <Override PartName="/ppt/slideLayouts/slideLayout3.xml" ContentType="application/vnd.openxmlformats-officedocument.presentationml.slideLayout+xml"/>
  <Override PartName="/ppt/slideLayouts/slideLayout55.xml" ContentType="application/vnd.openxmlformats-officedocument.presentationml.slideLayout+xml"/>
  <Override PartName="/ppt/slideLayouts/slideLayout12.xml" ContentType="application/vnd.openxmlformats-officedocument.presentationml.slideLayout+xml"/>
  <Override PartName="/ppt/slideLayouts/slideLayout98.xml" ContentType="application/vnd.openxmlformats-officedocument.presentationml.slideLayout+xml"/>
  <Override PartName="/ppt/slideLayouts/slideLayout38.xml" ContentType="application/vnd.openxmlformats-officedocument.presentationml.slideLayout+xml"/>
  <Override PartName="/ppt/slideLayouts/slideLayout2.xml" ContentType="application/vnd.openxmlformats-officedocument.presentationml.slideLayout+xml"/>
  <Override PartName="/ppt/slideLayouts/slideLayout54.xml" ContentType="application/vnd.openxmlformats-officedocument.presentationml.slideLayout+xml"/>
  <Override PartName="/ppt/slideLayouts/slideLayout11.xml" ContentType="application/vnd.openxmlformats-officedocument.presentationml.slideLayout+xml"/>
  <Override PartName="/ppt/slideLayouts/slideLayout97.xml" ContentType="application/vnd.openxmlformats-officedocument.presentationml.slideLayout+xml"/>
  <Override PartName="/ppt/slideLayouts/slideLayout37.xml" ContentType="application/vnd.openxmlformats-officedocument.presentationml.slideLayout+xml"/>
  <Override PartName="/ppt/slideLayouts/slideLayout1.xml" ContentType="application/vnd.openxmlformats-officedocument.presentationml.slideLayout+xml"/>
  <Override PartName="/ppt/slideLayouts/slideLayout30.xml" ContentType="application/vnd.openxmlformats-officedocument.presentationml.slideLayout+xml"/>
  <Override PartName="/ppt/slideLayouts/slideLayout73.xml" ContentType="application/vnd.openxmlformats-officedocument.presentationml.slideLayout+xml"/>
  <Override PartName="/ppt/slideLayouts/slideLayout10.xml" ContentType="application/vnd.openxmlformats-officedocument.presentationml.slideLayout+xml"/>
  <Override PartName="/ppt/slideLayouts/slideLayout53.xml" ContentType="application/vnd.openxmlformats-officedocument.presentationml.slideLayout+xml"/>
  <Override PartName="/ppt/slideLayouts/slideLayout96.xml" ContentType="application/vnd.openxmlformats-officedocument.presentationml.slideLayout+xml"/>
  <Override PartName="/ppt/slideLayouts/slideLayout21.xml" ContentType="application/vnd.openxmlformats-officedocument.presentationml.slideLayout+xml"/>
  <Override PartName="/ppt/slideLayouts/slideLayout64.xml" ContentType="application/vnd.openxmlformats-officedocument.presentationml.slideLayout+xml"/>
  <Override PartName="/ppt/slideLayouts/slideLayout8.xml" ContentType="application/vnd.openxmlformats-officedocument.presentationml.slideLayout+xml"/>
  <Override PartName="/ppt/slideLayouts/slideLayout20.xml" ContentType="application/vnd.openxmlformats-officedocument.presentationml.slideLayout+xml"/>
  <Override PartName="/ppt/slideLayouts/slideLayout63.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46.xml" ContentType="application/vnd.openxmlformats-officedocument.presentationml.slideLayout+xml"/>
  <Override PartName="/ppt/slideLayouts/slideLayout89.xml" ContentType="application/vnd.openxmlformats-officedocument.presentationml.slideLayout+xml"/>
  <Override PartName="/ppt/slideLayouts/slideLayout29.xml" ContentType="application/vnd.openxmlformats-officedocument.presentationml.slideLayout+xml"/>
  <Override PartName="/ppt/slideLayouts/slideLayout116.xml" ContentType="application/vnd.openxmlformats-officedocument.presentationml.slideLayout+xml"/>
  <Override PartName="/ppt/slideLayouts/slideLayout45.xml" ContentType="application/vnd.openxmlformats-officedocument.presentationml.slideLayout+xml"/>
  <Override PartName="/ppt/slideLayouts/slideLayout88.xml" ContentType="application/vnd.openxmlformats-officedocument.presentationml.slideLayout+xml"/>
  <Override PartName="/ppt/slideLayouts/slideLayout28.xml" ContentType="application/vnd.openxmlformats-officedocument.presentationml.slideLayout+xml"/>
  <Override PartName="/ppt/slideLayouts/slideLayout115.xml" ContentType="application/vnd.openxmlformats-officedocument.presentationml.slideLayout+xml"/>
  <Override PartName="/ppt/slideLayouts/slideLayout36.xml" ContentType="application/vnd.openxmlformats-officedocument.presentationml.slideLayout+xml"/>
  <Override PartName="/ppt/slideLayouts/slideLayout79.xml" ContentType="application/vnd.openxmlformats-officedocument.presentationml.slideLayout+xml"/>
  <Override PartName="/ppt/slideLayouts/slideLayout19.xml" ContentType="application/vnd.openxmlformats-officedocument.presentationml.slideLayout+xml"/>
  <Override PartName="/ppt/slideLayouts/slideLayout106.xml" ContentType="application/vnd.openxmlformats-officedocument.presentationml.slideLayout+xml"/>
  <Override PartName="/ppt/slideLayouts/slideLayout44.xml" ContentType="application/vnd.openxmlformats-officedocument.presentationml.slideLayout+xml"/>
  <Override PartName="/ppt/slideLayouts/slideLayout87.xml" ContentType="application/vnd.openxmlformats-officedocument.presentationml.slideLayout+xml"/>
  <Override PartName="/ppt/slideLayouts/slideLayout27.xml" ContentType="application/vnd.openxmlformats-officedocument.presentationml.slideLayout+xml"/>
  <Override PartName="/ppt/slideLayouts/slideLayout114.xml" ContentType="application/vnd.openxmlformats-officedocument.presentationml.slideLayout+xml"/>
  <Override PartName="/ppt/slideLayouts/slideLayout31.xml" ContentType="application/vnd.openxmlformats-officedocument.presentationml.slideLayout+xml"/>
  <Override PartName="/ppt/slideLayouts/slideLayout74.xml" ContentType="application/vnd.openxmlformats-officedocument.presentationml.slideLayout+xml"/>
  <Override PartName="/ppt/slideLayouts/slideLayout9.xml" ContentType="application/vnd.openxmlformats-officedocument.presentationml.slideLayout+xml"/>
  <Override PartName="/ppt/slideLayouts/slideLayout118.xml" ContentType="application/vnd.openxmlformats-officedocument.presentationml.slideLayout+xml"/>
  <Override PartName="/ppt/slideLayouts/slideLayout109.xml" ContentType="application/vnd.openxmlformats-officedocument.presentationml.slideLayout+xml"/>
  <Override PartName="/ppt/slideLayouts/slideLayout78.xml" ContentType="application/vnd.openxmlformats-officedocument.presentationml.slideLayout+xml"/>
  <Override PartName="/ppt/slideLayouts/slideLayout35.xml" ContentType="application/vnd.openxmlformats-officedocument.presentationml.slideLayout+xml"/>
  <Override PartName="/ppt/slideLayouts/slideLayout95.xml" ContentType="application/vnd.openxmlformats-officedocument.presentationml.slideLayout+xml"/>
  <Override PartName="/ppt/slideLayouts/slideLayout52.xml" ContentType="application/vnd.openxmlformats-officedocument.presentationml.slideLayout+xml"/>
  <Override PartName="/ppt/slideLayouts/slideLayout86.xml" ContentType="application/vnd.openxmlformats-officedocument.presentationml.slideLayout+xml"/>
  <Override PartName="/ppt/slideLayouts/slideLayout4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105.xml" ContentType="application/vnd.openxmlformats-officedocument.presentationml.slideLayout+xml"/>
  <Override PartName="/ppt/slideLayouts/slideLayout82.xml" ContentType="application/vnd.openxmlformats-officedocument.presentationml.slideLayout+xml"/>
  <Override PartName="/ppt/slideLayouts/slideLayout69.xml" ContentType="application/vnd.openxmlformats-officedocument.presentationml.slideLayout+xml"/>
  <Override PartName="/ppt/slideLayouts/slideLayout26.xml" ContentType="application/vnd.openxmlformats-officedocument.presentationml.slideLayout+xml"/>
  <Override PartName="/ppt/slideLayouts/slideLayout113.xml" ContentType="application/vnd.openxmlformats-officedocument.presentationml.slideLayout+xml"/>
  <Override PartName="/ppt/slideLayouts/slideLayout90.xml" ContentType="application/vnd.openxmlformats-officedocument.presentationml.slideLayout+xml"/>
  <Override PartName="/ppt/slideLayouts/slideLayout71.xml" ContentType="application/vnd.openxmlformats-officedocument.presentationml.slideLayout+xml"/>
  <Override PartName="/ppt/slideLayouts/slideLayout117.xml" ContentType="application/vnd.openxmlformats-officedocument.presentationml.slideLayout+xml"/>
  <Override PartName="/ppt/slideLayouts/slideLayout62.xml" ContentType="application/vnd.openxmlformats-officedocument.presentationml.slideLayout+xml"/>
  <Override PartName="/ppt/slideLayouts/slideLayout70.xml" ContentType="application/vnd.openxmlformats-officedocument.presentationml.slideLayout+xml"/>
  <Override PartName="/ppt/slideLayouts/slideLayout108.xml" ContentType="application/vnd.openxmlformats-officedocument.presentationml.slideLayout+xml"/>
  <Override PartName="/ppt/slideLayouts/slideLayout92.xml" ContentType="application/vnd.openxmlformats-officedocument.presentationml.slideLayout+xml"/>
  <Override PartName="/ppt/slideLayouts/slideLayout61.xml" ContentType="application/vnd.openxmlformats-officedocument.presentationml.slideLayout+xml"/>
  <Override PartName="/ppt/slideLayouts/slideLayout107.xml" ContentType="application/vnd.openxmlformats-officedocument.presentationml.slideLayout+xml"/>
  <Override PartName="/ppt/slideLayouts/slideLayout91.xml" ContentType="application/vnd.openxmlformats-officedocument.presentationml.slideLayout+xml"/>
  <Override PartName="/ppt/slideLayouts/slideLayout119.xml" ContentType="application/vnd.openxmlformats-officedocument.presentationml.slideLayout+xml"/>
  <Override PartName="/ppt/slideLayouts/slideLayout81.xml" ContentType="application/vnd.openxmlformats-officedocument.presentationml.slideLayout+xml"/>
  <Override PartName="/ppt/slideLayouts/slideLayout80.xml" ContentType="application/vnd.openxmlformats-officedocument.presentationml.slideLayout+xml"/>
  <Override PartName="/ppt/slideLayouts/slideLayout72.xml" ContentType="application/vnd.openxmlformats-officedocument.presentationml.slideLayout+xml"/>
  <Override PartName="/ppt/slideLayouts/_rels/slideLayout22.xml.rels" ContentType="application/vnd.openxmlformats-package.relationships+xml"/>
  <Override PartName="/ppt/slideLayouts/_rels/slideLayout104.xml.rels" ContentType="application/vnd.openxmlformats-package.relationships+xml"/>
  <Override PartName="/ppt/slideLayouts/_rels/slideLayout65.xml.rels" ContentType="application/vnd.openxmlformats-package.relationships+xml"/>
  <Override PartName="/ppt/slideLayouts/_rels/slideLayout32.xml.rels" ContentType="application/vnd.openxmlformats-package.relationships+xml"/>
  <Override PartName="/ppt/slideLayouts/_rels/slideLayout75.xml.rels" ContentType="application/vnd.openxmlformats-package.relationships+xml"/>
  <Override PartName="/ppt/slideLayouts/_rels/slideLayout114.xml.rels" ContentType="application/vnd.openxmlformats-package.relationships+xml"/>
  <Override PartName="/ppt/slideLayouts/_rels/slideLayout40.xml.rels" ContentType="application/vnd.openxmlformats-package.relationships+xml"/>
  <Override PartName="/ppt/slideLayouts/_rels/slideLayout83.xml.rels" ContentType="application/vnd.openxmlformats-package.relationships+xml"/>
  <Override PartName="/ppt/slideLayouts/_rels/slideLayout23.xml.rels" ContentType="application/vnd.openxmlformats-package.relationships+xml"/>
  <Override PartName="/ppt/slideLayouts/_rels/slideLayout66.xml.rels" ContentType="application/vnd.openxmlformats-package.relationships+xml"/>
  <Override PartName="/ppt/slideLayouts/_rels/slideLayout105.xml.rels" ContentType="application/vnd.openxmlformats-package.relationships+xml"/>
  <Override PartName="/ppt/slideLayouts/_rels/slideLayout50.xml.rels" ContentType="application/vnd.openxmlformats-package.relationships+xml"/>
  <Override PartName="/ppt/slideLayouts/_rels/slideLayout93.xml.rels" ContentType="application/vnd.openxmlformats-package.relationships+xml"/>
  <Override PartName="/ppt/slideLayouts/_rels/slideLayout33.xml.rels" ContentType="application/vnd.openxmlformats-package.relationships+xml"/>
  <Override PartName="/ppt/slideLayouts/_rels/slideLayout76.xml.rels" ContentType="application/vnd.openxmlformats-package.relationships+xml"/>
  <Override PartName="/ppt/slideLayouts/_rels/slideLayout115.xml.rels" ContentType="application/vnd.openxmlformats-package.relationships+xml"/>
  <Override PartName="/ppt/slideLayouts/_rels/slideLayout120.xml.rels" ContentType="application/vnd.openxmlformats-package.relationships+xml"/>
  <Override PartName="/ppt/slideLayouts/_rels/slideLayout81.xml.rels" ContentType="application/vnd.openxmlformats-package.relationships+xml"/>
  <Override PartName="/ppt/slideLayouts/_rels/slideLayout41.xml.rels" ContentType="application/vnd.openxmlformats-package.relationships+xml"/>
  <Override PartName="/ppt/slideLayouts/_rels/slideLayout84.xml.rels" ContentType="application/vnd.openxmlformats-package.relationships+xml"/>
  <Override PartName="/ppt/slideLayouts/_rels/slideLayout24.xml.rels" ContentType="application/vnd.openxmlformats-package.relationships+xml"/>
  <Override PartName="/ppt/slideLayouts/_rels/slideLayout67.xml.rels" ContentType="application/vnd.openxmlformats-package.relationships+xml"/>
  <Override PartName="/ppt/slideLayouts/_rels/slideLayout106.xml.rels" ContentType="application/vnd.openxmlformats-package.relationships+xml"/>
  <Override PartName="/ppt/slideLayouts/_rels/slideLayout110.xml.rels" ContentType="application/vnd.openxmlformats-package.relationships+xml"/>
  <Override PartName="/ppt/slideLayouts/_rels/slideLayout71.xml.rels" ContentType="application/vnd.openxmlformats-package.relationships+xml"/>
  <Override PartName="/ppt/slideLayouts/_rels/slideLayout94.xml.rels" ContentType="application/vnd.openxmlformats-package.relationships+xml"/>
  <Override PartName="/ppt/slideLayouts/_rels/slideLayout51.xml.rels" ContentType="application/vnd.openxmlformats-package.relationships+xml"/>
  <Override PartName="/ppt/slideLayouts/_rels/slideLayout77.xml.rels" ContentType="application/vnd.openxmlformats-package.relationships+xml"/>
  <Override PartName="/ppt/slideLayouts/_rels/slideLayout34.xml.rels" ContentType="application/vnd.openxmlformats-package.relationships+xml"/>
  <Override PartName="/ppt/slideLayouts/_rels/slideLayout116.xml.rels" ContentType="application/vnd.openxmlformats-package.relationships+xml"/>
  <Override PartName="/ppt/slideLayouts/_rels/slideLayout17.xml.rels" ContentType="application/vnd.openxmlformats-package.relationships+xml"/>
  <Override PartName="/ppt/slideLayouts/_rels/slideLayout42.xml.rels" ContentType="application/vnd.openxmlformats-package.relationships+xml"/>
  <Override PartName="/ppt/slideLayouts/_rels/slideLayout85.xml.rels" ContentType="application/vnd.openxmlformats-package.relationships+xml"/>
  <Override PartName="/ppt/slideLayouts/_rels/slideLayout25.xml.rels" ContentType="application/vnd.openxmlformats-package.relationships+xml"/>
  <Override PartName="/ppt/slideLayouts/_rels/slideLayout68.xml.rels" ContentType="application/vnd.openxmlformats-package.relationships+xml"/>
  <Override PartName="/ppt/slideLayouts/_rels/slideLayout107.xml.rels" ContentType="application/vnd.openxmlformats-package.relationships+xml"/>
  <Override PartName="/ppt/slideLayouts/_rels/slideLayout112.xml.rels" ContentType="application/vnd.openxmlformats-package.relationships+xml"/>
  <Override PartName="/ppt/slideLayouts/_rels/slideLayout73.xml.rels" ContentType="application/vnd.openxmlformats-package.relationships+xml"/>
  <Override PartName="/ppt/slideLayouts/_rels/slideLayout30.xml.rels" ContentType="application/vnd.openxmlformats-package.relationships+xml"/>
  <Override PartName="/ppt/slideLayouts/_rels/slideLayout80.xml.rels" ContentType="application/vnd.openxmlformats-package.relationships+xml"/>
  <Override PartName="/ppt/slideLayouts/_rels/slideLayout72.xml.rels" ContentType="application/vnd.openxmlformats-package.relationships+xml"/>
  <Override PartName="/ppt/slideLayouts/_rels/slideLayout111.xml.rels" ContentType="application/vnd.openxmlformats-package.relationships+xml"/>
  <Override PartName="/ppt/slideLayouts/_rels/slideLayout82.xml.rels" ContentType="application/vnd.openxmlformats-package.relationships+xml"/>
  <Override PartName="/ppt/slideLayouts/_rels/slideLayout90.xml.rels" ContentType="application/vnd.openxmlformats-package.relationships+xml"/>
  <Override PartName="/ppt/slideLayouts/_rels/slideLayout91.xml.rels" ContentType="application/vnd.openxmlformats-package.relationships+xml"/>
  <Override PartName="/ppt/slideLayouts/_rels/slideLayout108.xml.rels" ContentType="application/vnd.openxmlformats-package.relationships+xml"/>
  <Override PartName="/ppt/slideLayouts/_rels/slideLayout69.xml.rels" ContentType="application/vnd.openxmlformats-package.relationships+xml"/>
  <Override PartName="/ppt/slideLayouts/_rels/slideLayout26.xml.rels" ContentType="application/vnd.openxmlformats-package.relationships+xml"/>
  <Override PartName="/ppt/slideLayouts/_rels/slideLayout92.xml.rels" ContentType="application/vnd.openxmlformats-package.relationships+xml"/>
  <Override PartName="/ppt/slideLayouts/_rels/slideLayout109.xml.rels" ContentType="application/vnd.openxmlformats-package.relationships+xml"/>
  <Override PartName="/ppt/slideLayouts/_rels/slideLayout27.xml.rels" ContentType="application/vnd.openxmlformats-package.relationships+xml"/>
  <Override PartName="/ppt/slideLayouts/_rels/slideLayout117.xml.rels" ContentType="application/vnd.openxmlformats-package.relationships+xml"/>
  <Override PartName="/ppt/slideLayouts/_rels/slideLayout35.xml.rels" ContentType="application/vnd.openxmlformats-package.relationships+xml"/>
  <Override PartName="/ppt/slideLayouts/_rels/slideLayout78.xml.rels" ContentType="application/vnd.openxmlformats-package.relationships+xml"/>
  <Override PartName="/ppt/slideLayouts/_rels/slideLayout118.xml.rels" ContentType="application/vnd.openxmlformats-package.relationships+xml"/>
  <Override PartName="/ppt/slideLayouts/_rels/slideLayout79.xml.rels" ContentType="application/vnd.openxmlformats-package.relationships+xml"/>
  <Override PartName="/ppt/slideLayouts/_rels/slideLayout36.xml.rels" ContentType="application/vnd.openxmlformats-package.relationships+xml"/>
  <Override PartName="/ppt/slideLayouts/_rels/slideLayout119.xml.rels" ContentType="application/vnd.openxmlformats-package.relationships+xml"/>
  <Override PartName="/ppt/slideLayouts/_rels/slideLayout37.xml.rels" ContentType="application/vnd.openxmlformats-package.relationships+xml"/>
  <Override PartName="/ppt/slideLayouts/_rels/slideLayout70.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47.xml.rels" ContentType="application/vnd.openxmlformats-package.relationships+xml"/>
  <Override PartName="/ppt/slideLayouts/_rels/slideLayout96.xml.rels" ContentType="application/vnd.openxmlformats-package.relationships+xml"/>
  <Override PartName="/ppt/slideLayouts/_rels/slideLayout10.xml.rels" ContentType="application/vnd.openxmlformats-package.relationships+xml"/>
  <Override PartName="/ppt/slideLayouts/_rels/slideLayout53.xml.rels" ContentType="application/vnd.openxmlformats-package.relationships+xml"/>
  <Override PartName="/ppt/slideLayouts/_rels/slideLayout19.xml.rels" ContentType="application/vnd.openxmlformats-package.relationships+xml"/>
  <Override PartName="/ppt/slideLayouts/_rels/slideLayout2.xml.rels" ContentType="application/vnd.openxmlformats-package.relationships+xml"/>
  <Override PartName="/ppt/slideLayouts/_rels/slideLayout48.xml.rels" ContentType="application/vnd.openxmlformats-package.relationships+xml"/>
  <Override PartName="/ppt/slideLayouts/_rels/slideLayout97.xml.rels" ContentType="application/vnd.openxmlformats-package.relationships+xml"/>
  <Override PartName="/ppt/slideLayouts/_rels/slideLayout11.xml.rels" ContentType="application/vnd.openxmlformats-package.relationships+xml"/>
  <Override PartName="/ppt/slideLayouts/_rels/slideLayout54.xml.rels" ContentType="application/vnd.openxmlformats-package.relationships+xml"/>
  <Override PartName="/ppt/slideLayouts/_rels/slideLayout38.xml.rels" ContentType="application/vnd.openxmlformats-package.relationships+xml"/>
  <Override PartName="/ppt/slideLayouts/_rels/slideLayout98.xml.rels" ContentType="application/vnd.openxmlformats-package.relationships+xml"/>
  <Override PartName="/ppt/slideLayouts/_rels/slideLayout12.xml.rels" ContentType="application/vnd.openxmlformats-package.relationships+xml"/>
  <Override PartName="/ppt/slideLayouts/_rels/slideLayout55.xml.rels" ContentType="application/vnd.openxmlformats-package.relationships+xml"/>
  <Override PartName="/ppt/slideLayouts/_rels/slideLayout3.xml.rels" ContentType="application/vnd.openxmlformats-package.relationships+xml"/>
  <Override PartName="/ppt/slideLayouts/_rels/slideLayout49.xml.rels" ContentType="application/vnd.openxmlformats-package.relationships+xml"/>
  <Override PartName="/ppt/slideLayouts/_rels/slideLayout103.xml.rels" ContentType="application/vnd.openxmlformats-package.relationships+xml"/>
  <Override PartName="/ppt/slideLayouts/_rels/slideLayout64.xml.rels" ContentType="application/vnd.openxmlformats-package.relationships+xml"/>
  <Override PartName="/ppt/slideLayouts/_rels/slideLayout21.xml.rels" ContentType="application/vnd.openxmlformats-package.relationships+xml"/>
  <Override PartName="/ppt/slideLayouts/_rels/slideLayout59.xml.rels" ContentType="application/vnd.openxmlformats-package.relationships+xml"/>
  <Override PartName="/ppt/slideLayouts/_rels/slideLayout16.xml.rels" ContentType="application/vnd.openxmlformats-package.relationships+xml"/>
  <Override PartName="/ppt/slideLayouts/_rels/slideLayout58.xml.rels" ContentType="application/vnd.openxmlformats-package.relationships+xml"/>
  <Override PartName="/ppt/slideLayouts/_rels/slideLayout15.xml.rels" ContentType="application/vnd.openxmlformats-package.relationships+xml"/>
  <Override PartName="/ppt/slideLayouts/_rels/slideLayout14.xml.rels" ContentType="application/vnd.openxmlformats-package.relationships+xml"/>
  <Override PartName="/ppt/slideLayouts/_rels/slideLayout57.xml.rels" ContentType="application/vnd.openxmlformats-package.relationships+xml"/>
  <Override PartName="/ppt/slideLayouts/_rels/slideLayout113.xml.rels" ContentType="application/vnd.openxmlformats-package.relationships+xml"/>
  <Override PartName="/ppt/slideLayouts/_rels/slideLayout31.xml.rels" ContentType="application/vnd.openxmlformats-package.relationships+xml"/>
  <Override PartName="/ppt/slideLayouts/_rels/slideLayout74.xml.rels" ContentType="application/vnd.openxmlformats-package.relationships+xml"/>
  <Override PartName="/ppt/slideLayouts/_rels/slideLayout39.xml.rels" ContentType="application/vnd.openxmlformats-package.relationships+xml"/>
  <Override PartName="/ppt/slideLayouts/_rels/slideLayout13.xml.rels" ContentType="application/vnd.openxmlformats-package.relationships+xml"/>
  <Override PartName="/ppt/slideLayouts/_rels/slideLayout99.xml.rels" ContentType="application/vnd.openxmlformats-package.relationships+xml"/>
  <Override PartName="/ppt/slideLayouts/_rels/slideLayout56.xml.rels" ContentType="application/vnd.openxmlformats-package.relationships+xml"/>
  <Override PartName="/ppt/slideLayouts/_rels/slideLayout8.xml.rels" ContentType="application/vnd.openxmlformats-package.relationships+xml"/>
  <Override PartName="/ppt/slideLayouts/_rels/slideLayout6.xml.rels" ContentType="application/vnd.openxmlformats-package.relationships+xml"/>
  <Override PartName="/ppt/slideLayouts/_rels/slideLayout102.xml.rels" ContentType="application/vnd.openxmlformats-package.relationships+xml"/>
  <Override PartName="/ppt/slideLayouts/_rels/slideLayout20.xml.rels" ContentType="application/vnd.openxmlformats-package.relationships+xml"/>
  <Override PartName="/ppt/slideLayouts/_rels/slideLayout63.xml.rels" ContentType="application/vnd.openxmlformats-package.relationships+xml"/>
  <Override PartName="/ppt/slideLayouts/_rels/slideLayout29.xml.rels" ContentType="application/vnd.openxmlformats-package.relationships+xml"/>
  <Override PartName="/ppt/slideLayouts/_rels/slideLayout5.xml.rels" ContentType="application/vnd.openxmlformats-package.relationships+xml"/>
  <Override PartName="/ppt/slideLayouts/_rels/slideLayout62.xml.rels" ContentType="application/vnd.openxmlformats-package.relationships+xml"/>
  <Override PartName="/ppt/slideLayouts/_rels/slideLayout101.xml.rels" ContentType="application/vnd.openxmlformats-package.relationships+xml"/>
  <Override PartName="/ppt/slideLayouts/_rels/slideLayout4.xml.rels" ContentType="application/vnd.openxmlformats-package.relationships+xml"/>
  <Override PartName="/ppt/slideLayouts/_rels/slideLayout46.xml.rels" ContentType="application/vnd.openxmlformats-package.relationships+xml"/>
  <Override PartName="/ppt/slideLayouts/_rels/slideLayout89.xml.rels" ContentType="application/vnd.openxmlformats-package.relationships+xml"/>
  <Override PartName="/ppt/slideLayouts/_rels/slideLayout9.xml.rels" ContentType="application/vnd.openxmlformats-package.relationships+xml"/>
  <Override PartName="/ppt/slideLayouts/_rels/slideLayout88.xml.rels" ContentType="application/vnd.openxmlformats-package.relationships+xml"/>
  <Override PartName="/ppt/slideLayouts/_rels/slideLayout45.xml.rels" ContentType="application/vnd.openxmlformats-package.relationships+xml"/>
  <Override PartName="/ppt/slideLayouts/_rels/slideLayout28.xml.rels" ContentType="application/vnd.openxmlformats-package.relationships+xml"/>
  <Override PartName="/ppt/slideLayouts/_rels/slideLayout87.xml.rels" ContentType="application/vnd.openxmlformats-package.relationships+xml"/>
  <Override PartName="/ppt/slideLayouts/_rels/slideLayout44.xml.rels" ContentType="application/vnd.openxmlformats-package.relationships+xml"/>
  <Override PartName="/ppt/slideLayouts/_rels/slideLayout100.xml.rels" ContentType="application/vnd.openxmlformats-package.relationships+xml"/>
  <Override PartName="/ppt/slideLayouts/_rels/slideLayout61.xml.rels" ContentType="application/vnd.openxmlformats-package.relationships+xml"/>
  <Override PartName="/ppt/slideLayouts/_rels/slideLayout18.xml.rels" ContentType="application/vnd.openxmlformats-package.relationships+xml"/>
  <Override PartName="/ppt/slideLayouts/_rels/slideLayout52.xml.rels" ContentType="application/vnd.openxmlformats-package.relationships+xml"/>
  <Override PartName="/ppt/slideLayouts/_rels/slideLayout95.xml.rels" ContentType="application/vnd.openxmlformats-package.relationships+xml"/>
  <Override PartName="/ppt/slideLayouts/_rels/slideLayout60.xml.rels" ContentType="application/vnd.openxmlformats-package.relationships+xml"/>
  <Override PartName="/ppt/slideLayouts/_rels/slideLayout86.xml.rels" ContentType="application/vnd.openxmlformats-package.relationships+xml"/>
  <Override PartName="/ppt/slideLayouts/_rels/slideLayout43.xml.rels" ContentType="application/vnd.openxmlformats-package.relationships+xml"/>
  <Override PartName="/ppt/slideLayouts/slideLayout68.xml" ContentType="application/vnd.openxmlformats-officedocument.presentationml.slideLayout+xml"/>
  <Override PartName="/ppt/slideLayouts/slideLayout112.xml" ContentType="application/vnd.openxmlformats-officedocument.presentationml.slideLayout+xml"/>
  <Override PartName="/ppt/slideLayouts/slideLayout25.xml" ContentType="application/vnd.openxmlformats-officedocument.presentationml.slideLayout+xml"/>
  <Override PartName="/ppt/slideLayouts/slideLayout85.xml" ContentType="application/vnd.openxmlformats-officedocument.presentationml.slideLayout+xml"/>
  <Override PartName="/ppt/slideLayouts/slideLayout42.xml" ContentType="application/vnd.openxmlformats-officedocument.presentationml.slideLayout+xml"/>
  <Override PartName="/ppt/slideLayouts/slideLayout104.xml" ContentType="application/vnd.openxmlformats-officedocument.presentationml.slideLayout+xml"/>
  <Override PartName="/ppt/slideLayouts/slideLayout17.xml" ContentType="application/vnd.openxmlformats-officedocument.presentationml.slideLayout+xml"/>
  <Override PartName="/ppt/slideLayouts/slideLayout77.xml" ContentType="application/vnd.openxmlformats-officedocument.presentationml.slideLayout+xml"/>
  <Override PartName="/ppt/slideLayouts/slideLayout34.xml" ContentType="application/vnd.openxmlformats-officedocument.presentationml.slideLayout+xml"/>
  <Override PartName="/ppt/slideLayouts/slideLayout94.xml" ContentType="application/vnd.openxmlformats-officedocument.presentationml.slideLayout+xml"/>
  <Override PartName="/ppt/slideLayouts/slideLayout51.xml" ContentType="application/vnd.openxmlformats-officedocument.presentationml.slideLayout+xml"/>
  <Override PartName="/ppt/slideLayouts/slideLayout111.xml" ContentType="application/vnd.openxmlformats-officedocument.presentationml.slideLayout+xml"/>
  <Override PartName="/ppt/slideLayouts/slideLayout67.xml" ContentType="application/vnd.openxmlformats-officedocument.presentationml.slideLayout+xml"/>
  <Override PartName="/ppt/slideLayouts/slideLayout24.xml" ContentType="application/vnd.openxmlformats-officedocument.presentationml.slideLayout+xml"/>
  <Override PartName="/ppt/slideLayouts/slideLayout84.xml" ContentType="application/vnd.openxmlformats-officedocument.presentationml.slideLayout+xml"/>
  <Override PartName="/ppt/slideLayouts/slideLayout41.xml" ContentType="application/vnd.openxmlformats-officedocument.presentationml.slideLayout+xml"/>
  <Override PartName="/ppt/slideLayouts/slideLayout120.xml" ContentType="application/vnd.openxmlformats-officedocument.presentationml.slideLayout+xml"/>
  <Override PartName="/ppt/slideLayouts/slideLayout76.xml" ContentType="application/vnd.openxmlformats-officedocument.presentationml.slideLayout+xml"/>
  <Override PartName="/ppt/slideLayouts/slideLayout33.xml" ContentType="application/vnd.openxmlformats-officedocument.presentationml.slideLayout+xml"/>
  <Override PartName="/ppt/slideLayouts/slideLayout93.xml" ContentType="application/vnd.openxmlformats-officedocument.presentationml.slideLayout+xml"/>
  <Override PartName="/ppt/slideLayouts/slideLayout50.xml" ContentType="application/vnd.openxmlformats-officedocument.presentationml.slideLayout+xml"/>
  <Override PartName="/ppt/slideLayouts/slideLayout110.xml" ContentType="application/vnd.openxmlformats-officedocument.presentationml.slideLayout+xml"/>
  <Override PartName="/ppt/slideLayouts/slideLayout66.xml" ContentType="application/vnd.openxmlformats-officedocument.presentationml.slideLayout+xml"/>
  <Override PartName="/ppt/slideLayouts/slideLayout23.xml" ContentType="application/vnd.openxmlformats-officedocument.presentationml.slideLayout+xml"/>
  <Override PartName="/ppt/slideLayouts/slideLayout83.xml" ContentType="application/vnd.openxmlformats-officedocument.presentationml.slideLayout+xml"/>
  <Override PartName="/ppt/slideLayouts/slideLayout40.xml" ContentType="application/vnd.openxmlformats-officedocument.presentationml.slideLayout+xml"/>
  <Override PartName="/ppt/slideLayouts/slideLayout75.xml" ContentType="application/vnd.openxmlformats-officedocument.presentationml.slideLayout+xml"/>
  <Override PartName="/ppt/slideLayouts/slideLayout32.xml" ContentType="application/vnd.openxmlformats-officedocument.presentationml.slideLayout+xml"/>
  <Override PartName="/ppt/slideLayouts/slideLayout65.xml" ContentType="application/vnd.openxmlformats-officedocument.presentationml.slideLayout+xml"/>
  <Override PartName="/ppt/slideLayouts/slideLayout22.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8.png" ContentType="image/png"/>
  <Override PartName="/ppt/media/image25.jpeg" ContentType="image/jpeg"/>
  <Override PartName="/ppt/media/image42.jpeg" ContentType="image/jpeg"/>
  <Override PartName="/ppt/media/image23.jpeg" ContentType="image/jpeg"/>
  <Override PartName="/ppt/media/image22.png" ContentType="image/png"/>
  <Override PartName="/ppt/media/image6.jpeg" ContentType="image/jpeg"/>
  <Override PartName="/ppt/media/image19.jpeg" ContentType="image/jpeg"/>
  <Override PartName="/ppt/media/image26.jpeg" ContentType="image/jpeg"/>
  <Override PartName="/ppt/media/image43.jpeg" ContentType="image/jpeg"/>
  <Override PartName="/ppt/media/image44.gif" ContentType="image/gif"/>
  <Override PartName="/ppt/media/image18.jpeg" ContentType="image/jpeg"/>
  <Override PartName="/ppt/media/image35.jpeg" ContentType="image/jpeg"/>
  <Override PartName="/ppt/media/image24.jpeg" ContentType="image/jpeg"/>
  <Override PartName="/ppt/media/image41.jpeg" ContentType="image/jpeg"/>
  <Override PartName="/ppt/media/image27.png" ContentType="image/png"/>
  <Override PartName="/ppt/media/image21.jpeg" ContentType="image/jpeg"/>
  <Override PartName="/ppt/media/image10.png" ContentType="image/png"/>
  <Override PartName="/ppt/media/image39.jpeg" ContentType="image/jpeg"/>
  <Override PartName="/ppt/media/image13.jpeg" ContentType="image/jpeg"/>
  <Override PartName="/ppt/media/image30.jpeg" ContentType="image/jpeg"/>
  <Override PartName="/ppt/media/image36.png" ContentType="image/png"/>
  <Override PartName="/ppt/media/image20.jpeg" ContentType="image/jpeg"/>
  <Override PartName="/ppt/media/image12.jpeg" ContentType="image/jpeg"/>
  <Override PartName="/ppt/media/image17.png" ContentType="image/png"/>
  <Override PartName="/ppt/media/image34.png" ContentType="image/png"/>
  <Override PartName="/ppt/media/image37.jpeg" ContentType="image/jpeg"/>
  <Override PartName="/ppt/media/image40.gif" ContentType="image/gif"/>
  <Override PartName="/ppt/media/image9.jpeg" ContentType="image/jpeg"/>
  <Override PartName="/ppt/media/image7.png" ContentType="image/png"/>
  <Override PartName="/ppt/media/image11.jpeg" ContentType="image/jpeg"/>
  <Override PartName="/ppt/media/image15.png" ContentType="image/png"/>
  <Override PartName="/ppt/media/image32.png" ContentType="image/png"/>
  <Override PartName="/ppt/media/image38.jpeg" ContentType="image/jpeg"/>
  <Override PartName="/ppt/media/image8.png" ContentType="image/png"/>
  <Override PartName="/ppt/media/image5.jpeg" ContentType="image/jpeg"/>
  <Override PartName="/ppt/media/image4.png" ContentType="image/png"/>
  <Override PartName="/ppt/media/image3.jpeg" ContentType="image/jpeg"/>
  <Override PartName="/ppt/media/image2.png" ContentType="image/png"/>
  <Override PartName="/ppt/media/image1.jpeg" ContentType="image/jpeg"/>
  <Override PartName="/ppt/media/image14.jpeg" ContentType="image/jpeg"/>
  <Override PartName="/ppt/media/image29.png" ContentType="image/png"/>
  <Override PartName="/ppt/media/image31.jpeg" ContentType="image/jpeg"/>
  <Override PartName="/ppt/media/image16.jpeg" ContentType="image/jpeg"/>
  <Override PartName="/ppt/media/image33.jpeg" ContentType="image/jpeg"/>
  <Override PartName="/ppt/slides/_rels/slide30.xml.rels" ContentType="application/vnd.openxmlformats-package.relationships+xml"/>
  <Override PartName="/ppt/slides/_rels/slide73.xml.rels" ContentType="application/vnd.openxmlformats-package.relationships+xml"/>
  <Override PartName="/ppt/slides/_rels/slide13.xml.rels" ContentType="application/vnd.openxmlformats-package.relationships+xml"/>
  <Override PartName="/ppt/slides/_rels/slide56.xml.rels" ContentType="application/vnd.openxmlformats-package.relationships+xml"/>
  <Override PartName="/ppt/slides/_rels/slide21.xml.rels" ContentType="application/vnd.openxmlformats-package.relationships+xml"/>
  <Override PartName="/ppt/slides/_rels/slide64.xml.rels" ContentType="application/vnd.openxmlformats-package.relationships+xml"/>
  <Override PartName="/ppt/slides/_rels/slide39.xml.rels" ContentType="application/vnd.openxmlformats-package.relationships+xml"/>
  <Override PartName="/ppt/slides/_rels/slide12.xml.rels" ContentType="application/vnd.openxmlformats-package.relationships+xml"/>
  <Override PartName="/ppt/slides/_rels/slide55.xml.rels" ContentType="application/vnd.openxmlformats-package.relationships+xml"/>
  <Override PartName="/ppt/slides/_rels/slide20.xml.rels" ContentType="application/vnd.openxmlformats-package.relationships+xml"/>
  <Override PartName="/ppt/slides/_rels/slide63.xml.rels" ContentType="application/vnd.openxmlformats-package.relationships+xml"/>
  <Override PartName="/ppt/slides/_rels/slide3.xml.rels" ContentType="application/vnd.openxmlformats-package.relationships+xml"/>
  <Override PartName="/ppt/slides/_rels/slide46.xml.rels" ContentType="application/vnd.openxmlformats-package.relationships+xml"/>
  <Override PartName="/ppt/slides/_rels/slide11.xml.rels" ContentType="application/vnd.openxmlformats-package.relationships+xml"/>
  <Override PartName="/ppt/slides/_rels/slide54.xml.rels" ContentType="application/vnd.openxmlformats-package.relationships+xml"/>
  <Override PartName="/ppt/slides/_rels/slide10.xml.rels" ContentType="application/vnd.openxmlformats-package.relationships+xml"/>
  <Override PartName="/ppt/slides/_rels/slide53.xml.rels" ContentType="application/vnd.openxmlformats-package.relationships+xml"/>
  <Override PartName="/ppt/slides/_rels/slide7.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57.xml.rels" ContentType="application/vnd.openxmlformats-package.relationships+xml"/>
  <Override PartName="/ppt/slides/_rels/slide31.xml.rels" ContentType="application/vnd.openxmlformats-package.relationships+xml"/>
  <Override PartName="/ppt/slides/_rels/slide74.xml.rels" ContentType="application/vnd.openxmlformats-package.relationships+xml"/>
  <Override PartName="/ppt/slides/_rels/slide48.xml.rels" ContentType="application/vnd.openxmlformats-package.relationships+xml"/>
  <Override PartName="/ppt/slides/_rels/slide5.xml.rels" ContentType="application/vnd.openxmlformats-package.relationships+xml"/>
  <Override PartName="/ppt/slides/_rels/slide60.xml.rels" ContentType="application/vnd.openxmlformats-package.relationships+xml"/>
  <Override PartName="/ppt/slides/_rels/slide43.xml.rels" ContentType="application/vnd.openxmlformats-package.relationships+xml"/>
  <Override PartName="/ppt/slides/_rels/slide52.xml.rels" ContentType="application/vnd.openxmlformats-package.relationships+xml"/>
  <Override PartName="/ppt/slides/_rels/slide35.xml.rels" ContentType="application/vnd.openxmlformats-package.relationships+xml"/>
  <Override PartName="/ppt/slides/_rels/slide18.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69.xml.rels" ContentType="application/vnd.openxmlformats-package.relationships+xml"/>
  <Override PartName="/ppt/slides/_rels/slide49.xml.rels" ContentType="application/vnd.openxmlformats-package.relationships+xml"/>
  <Override PartName="/ppt/slides/_rels/slide6.xml.rels" ContentType="application/vnd.openxmlformats-package.relationships+xml"/>
  <Override PartName="/ppt/slides/_rels/slide68.xml.rels" ContentType="application/vnd.openxmlformats-package.relationships+xml"/>
  <Override PartName="/ppt/slides/_rels/slide25.xml.rels" ContentType="application/vnd.openxmlformats-package.relationships+xml"/>
  <Override PartName="/ppt/slides/_rels/slide42.xml.rels" ContentType="application/vnd.openxmlformats-package.relationships+xml"/>
  <Override PartName="/ppt/slides/_rels/slide17.xml.rels" ContentType="application/vnd.openxmlformats-package.relationships+xml"/>
  <Override PartName="/ppt/slides/_rels/slide51.xml.rels" ContentType="application/vnd.openxmlformats-package.relationships+xml"/>
  <Override PartName="/ppt/slides/_rels/slide77.xml.rels" ContentType="application/vnd.openxmlformats-package.relationships+xml"/>
  <Override PartName="/ppt/slides/_rels/slide34.xml.rels" ContentType="application/vnd.openxmlformats-package.relationships+xml"/>
  <Override PartName="/ppt/slides/_rels/slide41.xml.rels" ContentType="application/vnd.openxmlformats-package.relationships+xml"/>
  <Override PartName="/ppt/slides/_rels/slide67.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58.xml.rels" ContentType="application/vnd.openxmlformats-package.relationships+xml"/>
  <Override PartName="/ppt/slides/_rels/slide32.xml.rels" ContentType="application/vnd.openxmlformats-package.relationships+xml"/>
  <Override PartName="/ppt/slides/_rels/slide75.xml.rels" ContentType="application/vnd.openxmlformats-package.relationships+xml"/>
  <Override PartName="/ppt/slides/_rels/slide59.xml.rels" ContentType="application/vnd.openxmlformats-package.relationships+xml"/>
  <Override PartName="/ppt/slides/_rels/slide16.xml.rels" ContentType="application/vnd.openxmlformats-package.relationships+xml"/>
  <Override PartName="/ppt/slides/_rels/slide76.xml.rels" ContentType="application/vnd.openxmlformats-package.relationships+xml"/>
  <Override PartName="/ppt/slides/_rels/slide33.xml.rels" ContentType="application/vnd.openxmlformats-package.relationships+xml"/>
  <Override PartName="/ppt/slides/_rels/slide50.xml.rels" ContentType="application/vnd.openxmlformats-package.relationships+xml"/>
  <Override PartName="/ppt/slides/_rels/slide40.xml.rels" ContentType="application/vnd.openxmlformats-package.relationships+xml"/>
  <Override PartName="/ppt/slides/_rels/slide66.xml.rels" ContentType="application/vnd.openxmlformats-package.relationships+xml"/>
  <Override PartName="/ppt/slides/_rels/slide23.xml.rels" ContentType="application/vnd.openxmlformats-package.relationships+xml"/>
  <Override PartName="/ppt/slides/_rels/slide28.xml.rels" ContentType="application/vnd.openxmlformats-package.relationships+xml"/>
  <Override PartName="/ppt/slides/_rels/slide62.xml.rels" ContentType="application/vnd.openxmlformats-package.relationships+xml"/>
  <Override PartName="/ppt/slides/_rels/slide72.xml.rels" ContentType="application/vnd.openxmlformats-package.relationships+xml"/>
  <Override PartName="/ppt/slides/_rels/slide38.xml.rels" ContentType="application/vnd.openxmlformats-package.relationships+xml"/>
  <Override PartName="/ppt/slides/_rels/slide71.xml.rels" ContentType="application/vnd.openxmlformats-package.relationships+xml"/>
  <Override PartName="/ppt/slides/_rels/slide37.xml.rels" ContentType="application/vnd.openxmlformats-package.relationships+xml"/>
  <Override PartName="/ppt/slides/_rels/slide36.xml.rels" ContentType="application/vnd.openxmlformats-package.relationships+xml"/>
  <Override PartName="/ppt/slides/_rels/slide70.xml.rels" ContentType="application/vnd.openxmlformats-package.relationships+xml"/>
  <Override PartName="/ppt/slides/_rels/slide19.xml.rels" ContentType="application/vnd.openxmlformats-package.relationships+xml"/>
  <Override PartName="/ppt/slides/_rels/slide1.xml.rels" ContentType="application/vnd.openxmlformats-package.relationships+xml"/>
  <Override PartName="/ppt/slides/_rels/slide44.xml.rels" ContentType="application/vnd.openxmlformats-package.relationships+xml"/>
  <Override PartName="/ppt/slides/_rels/slide61.xml.rels" ContentType="application/vnd.openxmlformats-package.relationships+xml"/>
  <Override PartName="/ppt/slides/_rels/slide27.xml.rels" ContentType="application/vnd.openxmlformats-package.relationships+xml"/>
  <Override PartName="/ppt/slides/_rels/slide29.xml.rels" ContentType="application/vnd.openxmlformats-package.relationships+xml"/>
  <Override PartName="/ppt/slides/_rels/slide4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47.xml.rels" ContentType="application/vnd.openxmlformats-package.relationships+xml"/>
  <Override PartName="/ppt/slides/_rels/slide65.xml.rels" ContentType="application/vnd.openxmlformats-package.relationships+xml"/>
  <Override PartName="/ppt/slides/_rels/slide22.xml.rels" ContentType="application/vnd.openxmlformats-package.relationships+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slides/slide43.xml" ContentType="application/vnd.openxmlformats-officedocument.presentationml.slide+xml"/>
  <Override PartName="/ppt/slides/slide8.xml" ContentType="application/vnd.openxmlformats-officedocument.presentationml.slide+xml"/>
  <Override PartName="/ppt/slides/slide42.xml" ContentType="application/vnd.openxmlformats-officedocument.presentationml.slide+xml"/>
  <Override PartName="/ppt/slides/slide59.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41.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40.xml" ContentType="application/vnd.openxmlformats-officedocument.presentationml.slide+xml"/>
  <Override PartName="/ppt/slides/slide57.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24.xml" ContentType="application/vnd.openxmlformats-officedocument.presentationml.slide+xml"/>
  <Override PartName="/ppt/slides/slide67.xml" ContentType="application/vnd.openxmlformats-officedocument.presentationml.slide+xml"/>
  <Override PartName="/ppt/slides/slide17.xml" ContentType="application/vnd.openxmlformats-officedocument.presentationml.slide+xml"/>
  <Override PartName="/ppt/slides/slide51.xml" ContentType="application/vnd.openxmlformats-officedocument.presentationml.slide+xml"/>
  <Override PartName="/ppt/slides/slide25.xml" ContentType="application/vnd.openxmlformats-officedocument.presentationml.slide+xml"/>
  <Override PartName="/ppt/slides/slide68.xml" ContentType="application/vnd.openxmlformats-officedocument.presentationml.slide+xml"/>
  <Override PartName="/ppt/slides/slide18.xml" ContentType="application/vnd.openxmlformats-officedocument.presentationml.slide+xml"/>
  <Override PartName="/ppt/slides/slide52.xml" ContentType="application/vnd.openxmlformats-officedocument.presentationml.slide+xml"/>
  <Override PartName="/ppt/slides/slide35.xml" ContentType="application/vnd.openxmlformats-officedocument.presentationml.slide+xml"/>
  <Override PartName="/ppt/slides/slide60.xml" ContentType="application/vnd.openxmlformats-officedocument.presentationml.slide+xml"/>
  <Override PartName="/ppt/slides/slide34.xml" ContentType="application/vnd.openxmlformats-officedocument.presentationml.slide+xml"/>
  <Override PartName="/ppt/slides/slide77.xml" ContentType="application/vnd.openxmlformats-officedocument.presentationml.slide+xml"/>
  <Override PartName="/ppt/slides/slide26.xml" ContentType="application/vnd.openxmlformats-officedocument.presentationml.slide+xml"/>
  <Override PartName="/ppt/slides/slide69.xml" ContentType="application/vnd.openxmlformats-officedocument.presentationml.slide+xml"/>
  <Override PartName="/ppt/slides/slide72.xml" ContentType="application/vnd.openxmlformats-officedocument.presentationml.slide+xml"/>
  <Override PartName="/ppt/slides/slide3.xml" ContentType="application/vnd.openxmlformats-officedocument.presentationml.slide+xml"/>
  <Override PartName="/ppt/slides/slide38.xml" ContentType="application/vnd.openxmlformats-officedocument.presentationml.slide+xml"/>
  <Override PartName="/ppt/slides/slide1.xml" ContentType="application/vnd.openxmlformats-officedocument.presentationml.slide+xml"/>
  <Override PartName="/ppt/slides/slide36.xml" ContentType="application/vnd.openxmlformats-officedocument.presentationml.slide+xml"/>
  <Override PartName="/ppt/slides/slide70.xml" ContentType="application/vnd.openxmlformats-officedocument.presentationml.slide+xml"/>
  <Override PartName="/ppt/slides/slide19.xml" ContentType="application/vnd.openxmlformats-officedocument.presentationml.slide+xml"/>
  <Override PartName="/ppt/slides/slide71.xml" ContentType="application/vnd.openxmlformats-officedocument.presentationml.slide+xml"/>
  <Override PartName="/ppt/slides/slide2.xml" ContentType="application/vnd.openxmlformats-officedocument.presentationml.slide+xml"/>
  <Override PartName="/ppt/slides/slide37.xml" ContentType="application/vnd.openxmlformats-officedocument.presentationml.slide+xml"/>
  <Override PartName="/ppt/slides/slide44.xml" ContentType="application/vnd.openxmlformats-officedocument.presentationml.slide+xml"/>
  <Override PartName="/ppt/slides/slide6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62.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33.xml" ContentType="application/vnd.openxmlformats-officedocument.presentationml.slide+xml"/>
  <Override PartName="/ppt/slides/slide50.xml" ContentType="application/vnd.openxmlformats-officedocument.presentationml.slide+xml"/>
  <Override PartName="/ppt/slides/slide66.xml" ContentType="application/vnd.openxmlformats-officedocument.presentationml.slide+xml"/>
  <Override PartName="/ppt/slides/slide23.xml" ContentType="application/vnd.openxmlformats-officedocument.presentationml.slide+xml"/>
  <Override PartName="/ppt/slides/slide75.xml" ContentType="application/vnd.openxmlformats-officedocument.presentationml.slide+xml"/>
  <Override PartName="/ppt/slides/slide32.xml" ContentType="application/vnd.openxmlformats-officedocument.presentationml.slide+xml"/>
  <Override PartName="/ppt/slides/slide65.xml" ContentType="application/vnd.openxmlformats-officedocument.presentationml.slide+xml"/>
  <Override PartName="/ppt/slides/slide22.xml" ContentType="application/vnd.openxmlformats-officedocument.presentationml.slide+xml"/>
  <Override PartName="/ppt/slides/slide74.xml" ContentType="application/vnd.openxmlformats-officedocument.presentationml.slide+xml"/>
  <Override PartName="/ppt/slides/slide31.xml" ContentType="application/vnd.openxmlformats-officedocument.presentationml.slide+xml"/>
  <Override PartName="/ppt/slides/slide53.xml" ContentType="application/vnd.openxmlformats-officedocument.presentationml.slide+xml"/>
  <Override PartName="/ppt/slides/slide10.xml" ContentType="application/vnd.openxmlformats-officedocument.presentationml.slide+xml"/>
  <Override PartName="/ppt/slides/slide54.xml" ContentType="application/vnd.openxmlformats-officedocument.presentationml.slide+xml"/>
  <Override PartName="/ppt/slides/slide11.xml" ContentType="application/vnd.openxmlformats-officedocument.presentationml.slide+xml"/>
  <Override PartName="/ppt/slides/slide63.xml" ContentType="application/vnd.openxmlformats-officedocument.presentationml.slide+xml"/>
  <Override PartName="/ppt/slides/slide20.xml" ContentType="application/vnd.openxmlformats-officedocument.presentationml.slide+xml"/>
  <Override PartName="/ppt/slides/slide55.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39.xml" ContentType="application/vnd.openxmlformats-officedocument.presentationml.slide+xml"/>
  <Override PartName="/ppt/slides/slide64.xml" ContentType="application/vnd.openxmlformats-officedocument.presentationml.slide+xml"/>
  <Override PartName="/ppt/slides/slide21.xml" ContentType="application/vnd.openxmlformats-officedocument.presentationml.slide+xml"/>
  <Override PartName="/ppt/slides/slide56.xml" ContentType="application/vnd.openxmlformats-officedocument.presentationml.slide+xml"/>
  <Override PartName="/ppt/slides/slide13.xml" ContentType="application/vnd.openxmlformats-officedocument.presentationml.slide+xml"/>
  <Override PartName="/ppt/slides/slide73.xml" ContentType="application/vnd.openxmlformats-officedocument.presentationml.slide+xml"/>
  <Override PartName="/ppt/slides/slide30.xml" ContentType="application/vnd.openxmlformats-officedocument.presentationml.slide+xml"/>
  <Override PartName="/ppt/embeddings/oleObject1.bin" ContentType="application/vnd.openxmlformats-officedocument.oleObject"/>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Lst>
  <p:sldSz cx="12241213" cy="6858000"/>
  <p:notesSz cx="6797675" cy="987425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s-AR" sz="1400" spc="-1" strike="noStrike">
                <a:solidFill>
                  <a:srgbClr val="000000"/>
                </a:solidFill>
                <a:latin typeface="Arial"/>
              </a:rPr>
              <a:t>Pulse para desplazar la diapositiva</a:t>
            </a:r>
            <a:endParaRPr b="0" lang="es-AR" sz="1400" spc="-1" strike="noStrike">
              <a:solidFill>
                <a:srgbClr val="000000"/>
              </a:solidFill>
              <a:latin typeface="Arial"/>
            </a:endParaRPr>
          </a:p>
        </p:txBody>
      </p:sp>
      <p:sp>
        <p:nvSpPr>
          <p:cNvPr id="47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s-AR" sz="2000" spc="-1" strike="noStrike">
                <a:solidFill>
                  <a:srgbClr val="000000"/>
                </a:solidFill>
                <a:latin typeface="Arial"/>
              </a:rPr>
              <a:t>Pulse para editar el formato de las notas</a:t>
            </a:r>
            <a:endParaRPr b="0" lang="es-AR" sz="2000" spc="-1" strike="noStrike">
              <a:solidFill>
                <a:srgbClr val="000000"/>
              </a:solidFill>
              <a:latin typeface="Arial"/>
            </a:endParaRPr>
          </a:p>
        </p:txBody>
      </p:sp>
      <p:sp>
        <p:nvSpPr>
          <p:cNvPr id="47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AR" sz="1400" spc="-1" strike="noStrike">
                <a:solidFill>
                  <a:srgbClr val="000000"/>
                </a:solidFill>
                <a:latin typeface="Times New Roman"/>
              </a:rPr>
              <a:t>&lt;cabecera&gt;</a:t>
            </a:r>
            <a:endParaRPr b="0" lang="es-AR" sz="1400" spc="-1" strike="noStrike">
              <a:solidFill>
                <a:srgbClr val="000000"/>
              </a:solidFill>
              <a:latin typeface="Times New Roman"/>
            </a:endParaRPr>
          </a:p>
        </p:txBody>
      </p:sp>
      <p:sp>
        <p:nvSpPr>
          <p:cNvPr id="475" name="PlaceHolder 4"/>
          <p:cNvSpPr>
            <a:spLocks noGrp="1"/>
          </p:cNvSpPr>
          <p:nvPr>
            <p:ph type="dt" idx="31"/>
          </p:nvPr>
        </p:nvSpPr>
        <p:spPr>
          <a:xfrm>
            <a:off x="4278960" y="0"/>
            <a:ext cx="3280680" cy="534240"/>
          </a:xfrm>
          <a:prstGeom prst="rect">
            <a:avLst/>
          </a:prstGeom>
          <a:noFill/>
          <a:ln w="0">
            <a:noFill/>
          </a:ln>
        </p:spPr>
        <p:txBody>
          <a:bodyPr lIns="0" rIns="0" tIns="0" bIns="0" anchor="t">
            <a:noAutofit/>
          </a:bodyPr>
          <a:lstStyle>
            <a:lvl1pPr indent="0" algn="r">
              <a:buNone/>
              <a:defRPr b="0" lang="es-AR" sz="1400" spc="-1" strike="noStrike">
                <a:solidFill>
                  <a:srgbClr val="000000"/>
                </a:solidFill>
                <a:latin typeface="Times New Roman"/>
              </a:defRPr>
            </a:lvl1pPr>
          </a:lstStyle>
          <a:p>
            <a:pPr indent="0" algn="r">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476" name="PlaceHolder 5"/>
          <p:cNvSpPr>
            <a:spLocks noGrp="1"/>
          </p:cNvSpPr>
          <p:nvPr>
            <p:ph type="ftr" idx="32"/>
          </p:nvPr>
        </p:nvSpPr>
        <p:spPr>
          <a:xfrm>
            <a:off x="0" y="10157400"/>
            <a:ext cx="3280680" cy="534240"/>
          </a:xfrm>
          <a:prstGeom prst="rect">
            <a:avLst/>
          </a:prstGeom>
          <a:noFill/>
          <a:ln w="0">
            <a:noFill/>
          </a:ln>
        </p:spPr>
        <p:txBody>
          <a:bodyPr lIns="0" rIns="0" tIns="0" bIns="0" anchor="b">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477" name="PlaceHolder 6"/>
          <p:cNvSpPr>
            <a:spLocks noGrp="1"/>
          </p:cNvSpPr>
          <p:nvPr>
            <p:ph type="sldNum" idx="33"/>
          </p:nvPr>
        </p:nvSpPr>
        <p:spPr>
          <a:xfrm>
            <a:off x="4278960" y="10157400"/>
            <a:ext cx="3280680" cy="534240"/>
          </a:xfrm>
          <a:prstGeom prst="rect">
            <a:avLst/>
          </a:prstGeom>
          <a:noFill/>
          <a:ln w="0">
            <a:noFill/>
          </a:ln>
        </p:spPr>
        <p:txBody>
          <a:bodyPr lIns="0" rIns="0" tIns="0" bIns="0" anchor="b">
            <a:noAutofit/>
          </a:bodyPr>
          <a:lstStyle>
            <a:lvl1pPr indent="0" algn="r">
              <a:buNone/>
              <a:defRPr b="0" lang="es-AR" sz="1400" spc="-1" strike="noStrike">
                <a:solidFill>
                  <a:srgbClr val="000000"/>
                </a:solidFill>
                <a:latin typeface="Times New Roman"/>
              </a:defRPr>
            </a:lvl1pPr>
          </a:lstStyle>
          <a:p>
            <a:pPr indent="0" algn="r">
              <a:buNone/>
            </a:pPr>
            <a:fld id="{D71849D1-668A-469C-890C-8E2DAC2DEF7F}" type="slidenum">
              <a:rPr b="0" lang="es-AR" sz="1400" spc="-1" strike="noStrike">
                <a:solidFill>
                  <a:srgbClr val="000000"/>
                </a:solidFill>
                <a:latin typeface="Times New Roman"/>
              </a:rPr>
              <a:t>&lt;número&gt;</a:t>
            </a:fld>
            <a:endParaRPr b="0" lang="es-A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PlaceHolder 1"/>
          <p:cNvSpPr>
            <a:spLocks noGrp="1"/>
          </p:cNvSpPr>
          <p:nvPr>
            <p:ph type="sldImg"/>
          </p:nvPr>
        </p:nvSpPr>
        <p:spPr>
          <a:xfrm>
            <a:off x="95400" y="741240"/>
            <a:ext cx="6606720" cy="3701520"/>
          </a:xfrm>
          <a:prstGeom prst="rect">
            <a:avLst/>
          </a:prstGeom>
          <a:ln w="0">
            <a:noFill/>
          </a:ln>
        </p:spPr>
      </p:sp>
      <p:sp>
        <p:nvSpPr>
          <p:cNvPr id="1007" name="PlaceHolder 2"/>
          <p:cNvSpPr>
            <a:spLocks noGrp="1"/>
          </p:cNvSpPr>
          <p:nvPr>
            <p:ph type="body"/>
          </p:nvPr>
        </p:nvSpPr>
        <p:spPr>
          <a:xfrm>
            <a:off x="679320" y="4691160"/>
            <a:ext cx="5438520" cy="4443120"/>
          </a:xfrm>
          <a:prstGeom prst="rect">
            <a:avLst/>
          </a:prstGeom>
          <a:noFill/>
          <a:ln w="0">
            <a:noFill/>
          </a:ln>
        </p:spPr>
        <p:txBody>
          <a:bodyPr anchor="t">
            <a:normAutofit/>
          </a:bodyPr>
          <a:p>
            <a:pPr marL="216000" indent="0">
              <a:buNone/>
            </a:pPr>
            <a:endParaRPr b="0" lang="es-AR" sz="1200" spc="-1" strike="noStrike">
              <a:solidFill>
                <a:schemeClr val="dk1"/>
              </a:solidFill>
              <a:latin typeface="Calibri"/>
              <a:ea typeface="Calibri"/>
            </a:endParaRPr>
          </a:p>
        </p:txBody>
      </p:sp>
      <p:sp>
        <p:nvSpPr>
          <p:cNvPr id="1008" name="PlaceHolder 3"/>
          <p:cNvSpPr>
            <a:spLocks noGrp="1"/>
          </p:cNvSpPr>
          <p:nvPr>
            <p:ph type="sldNum" idx="110"/>
          </p:nvPr>
        </p:nvSpPr>
        <p:spPr>
          <a:xfrm>
            <a:off x="3849840" y="9379080"/>
            <a:ext cx="2945880" cy="493200"/>
          </a:xfrm>
          <a:prstGeom prst="rect">
            <a:avLst/>
          </a:prstGeom>
          <a:noFill/>
          <a:ln w="0">
            <a:noFill/>
          </a:ln>
        </p:spPr>
        <p:txBody>
          <a:bodyPr anchor="b">
            <a:noAutofit/>
          </a:bodyPr>
          <a:lstStyle>
            <a:lvl1pPr indent="0" algn="r">
              <a:lnSpc>
                <a:spcPct val="100000"/>
              </a:lnSpc>
              <a:buNone/>
              <a:tabLst>
                <a:tab algn="l" pos="0"/>
              </a:tabLst>
              <a:defRPr b="0" lang="es-ES" sz="1400" spc="-1" strike="noStrike">
                <a:solidFill>
                  <a:srgbClr val="000000"/>
                </a:solidFill>
                <a:latin typeface="Times New Roman"/>
              </a:defRPr>
            </a:lvl1pPr>
          </a:lstStyle>
          <a:p>
            <a:pPr indent="0" algn="r">
              <a:lnSpc>
                <a:spcPct val="100000"/>
              </a:lnSpc>
              <a:buNone/>
              <a:tabLst>
                <a:tab algn="l" pos="0"/>
              </a:tabLst>
            </a:pPr>
            <a:fld id="{56F6A6F9-51B2-478D-9513-8CB004A9676E}" type="slidenum">
              <a:rPr b="0" lang="es-ES" sz="1400" spc="-1" strike="noStrike">
                <a:solidFill>
                  <a:srgbClr val="000000"/>
                </a:solidFill>
                <a:latin typeface="Times New Roman"/>
              </a:rPr>
              <a:t>&lt;número&gt;</a:t>
            </a:fld>
            <a:endParaRPr b="0" lang="es-AR" sz="1400" spc="-1" strike="noStrike">
              <a:solidFill>
                <a:srgbClr val="000000"/>
              </a:solidFill>
              <a:latin typeface="Times New Roman"/>
            </a:endParaRPr>
          </a:p>
        </p:txBody>
      </p:sp>
      <p:sp>
        <p:nvSpPr>
          <p:cNvPr id="1009" name="PlaceHolder 4"/>
          <p:cNvSpPr>
            <a:spLocks noGrp="1"/>
          </p:cNvSpPr>
          <p:nvPr>
            <p:ph type="dt" idx="111"/>
          </p:nvPr>
        </p:nvSpPr>
        <p:spPr>
          <a:xfrm>
            <a:off x="3849840" y="0"/>
            <a:ext cx="2945880" cy="493200"/>
          </a:xfrm>
          <a:prstGeom prst="rect">
            <a:avLst/>
          </a:prstGeom>
          <a:noFill/>
          <a:ln w="0">
            <a:noFill/>
          </a:ln>
        </p:spPr>
        <p:txBody>
          <a:bodyPr anchor="t">
            <a:noAutofit/>
          </a:bodyPr>
          <a:p>
            <a:pPr indent="0">
              <a:buNone/>
            </a:pPr>
            <a:endParaRPr b="0" lang="es-AR" sz="1200" spc="-1" strike="noStrike">
              <a:solidFill>
                <a:schemeClr val="dk1"/>
              </a:solidFill>
              <a:latin typeface="Calibri"/>
              <a:ea typeface="Calibri"/>
            </a:endParaRPr>
          </a:p>
        </p:txBody>
      </p:sp>
      <p:sp>
        <p:nvSpPr>
          <p:cNvPr id="1010" name="PlaceHolder 5"/>
          <p:cNvSpPr>
            <a:spLocks noGrp="1"/>
          </p:cNvSpPr>
          <p:nvPr>
            <p:ph type="hdr"/>
          </p:nvPr>
        </p:nvSpPr>
        <p:spPr>
          <a:xfrm>
            <a:off x="0" y="0"/>
            <a:ext cx="2945880" cy="493200"/>
          </a:xfrm>
          <a:prstGeom prst="rect">
            <a:avLst/>
          </a:prstGeom>
          <a:noFill/>
          <a:ln w="0">
            <a:noFill/>
          </a:ln>
        </p:spPr>
        <p:txBody>
          <a:bodyPr anchor="t">
            <a:noAutofit/>
          </a:bodyPr>
          <a:p>
            <a:pPr indent="0">
              <a:lnSpc>
                <a:spcPct val="100000"/>
              </a:lnSpc>
              <a:buNone/>
              <a:tabLst>
                <a:tab algn="l" pos="0"/>
              </a:tabLst>
            </a:pPr>
            <a:r>
              <a:rPr b="0" lang="es-ES" sz="1200" spc="-1" strike="noStrike">
                <a:solidFill>
                  <a:schemeClr val="dk1"/>
                </a:solidFill>
                <a:latin typeface="Calibri"/>
                <a:ea typeface="Calibri"/>
              </a:rPr>
              <a:t>Ingeniera de Software I </a:t>
            </a:r>
            <a:endParaRPr b="0" lang="es-A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1" name="PlaceHolder 1"/>
          <p:cNvSpPr>
            <a:spLocks noGrp="1"/>
          </p:cNvSpPr>
          <p:nvPr>
            <p:ph type="sldImg"/>
          </p:nvPr>
        </p:nvSpPr>
        <p:spPr>
          <a:xfrm>
            <a:off x="95400" y="741240"/>
            <a:ext cx="6606720" cy="3701520"/>
          </a:xfrm>
          <a:prstGeom prst="rect">
            <a:avLst/>
          </a:prstGeom>
          <a:ln w="0">
            <a:noFill/>
          </a:ln>
        </p:spPr>
      </p:sp>
      <p:sp>
        <p:nvSpPr>
          <p:cNvPr id="1012" name="PlaceHolder 2"/>
          <p:cNvSpPr>
            <a:spLocks noGrp="1"/>
          </p:cNvSpPr>
          <p:nvPr>
            <p:ph type="body"/>
          </p:nvPr>
        </p:nvSpPr>
        <p:spPr>
          <a:xfrm>
            <a:off x="679320" y="4691160"/>
            <a:ext cx="5438520" cy="4443120"/>
          </a:xfrm>
          <a:prstGeom prst="rect">
            <a:avLst/>
          </a:prstGeom>
          <a:noFill/>
          <a:ln w="0">
            <a:noFill/>
          </a:ln>
        </p:spPr>
        <p:txBody>
          <a:bodyPr anchor="t">
            <a:normAutofit/>
          </a:bodyPr>
          <a:p>
            <a:pPr marL="216000" indent="0">
              <a:buNone/>
            </a:pPr>
            <a:endParaRPr b="0" lang="es-AR" sz="1200" spc="-1" strike="noStrike">
              <a:solidFill>
                <a:schemeClr val="dk1"/>
              </a:solidFill>
              <a:latin typeface="Calibri"/>
              <a:ea typeface="Calibri"/>
            </a:endParaRPr>
          </a:p>
        </p:txBody>
      </p:sp>
      <p:sp>
        <p:nvSpPr>
          <p:cNvPr id="1013" name="PlaceHolder 3"/>
          <p:cNvSpPr>
            <a:spLocks noGrp="1"/>
          </p:cNvSpPr>
          <p:nvPr>
            <p:ph type="hdr"/>
          </p:nvPr>
        </p:nvSpPr>
        <p:spPr>
          <a:xfrm>
            <a:off x="0" y="0"/>
            <a:ext cx="2945880" cy="493200"/>
          </a:xfrm>
          <a:prstGeom prst="rect">
            <a:avLst/>
          </a:prstGeom>
          <a:noFill/>
          <a:ln w="0">
            <a:noFill/>
          </a:ln>
        </p:spPr>
        <p:txBody>
          <a:bodyPr anchor="t">
            <a:noAutofit/>
          </a:bodyPr>
          <a:p>
            <a:pPr indent="0">
              <a:lnSpc>
                <a:spcPct val="100000"/>
              </a:lnSpc>
              <a:buNone/>
              <a:tabLst>
                <a:tab algn="l" pos="0"/>
              </a:tabLst>
            </a:pPr>
            <a:r>
              <a:rPr b="0" lang="es-ES" sz="1200" spc="-1" strike="noStrike">
                <a:solidFill>
                  <a:schemeClr val="dk1"/>
                </a:solidFill>
                <a:latin typeface="Calibri"/>
                <a:ea typeface="Calibri"/>
              </a:rPr>
              <a:t>Ingeniera de Software I </a:t>
            </a:r>
            <a:endParaRPr b="0" lang="es-AR" sz="1200" spc="-1" strike="noStrike">
              <a:solidFill>
                <a:srgbClr val="000000"/>
              </a:solidFill>
              <a:latin typeface="Times New Roman"/>
            </a:endParaRPr>
          </a:p>
        </p:txBody>
      </p:sp>
      <p:sp>
        <p:nvSpPr>
          <p:cNvPr id="1014" name="PlaceHolder 4"/>
          <p:cNvSpPr>
            <a:spLocks noGrp="1"/>
          </p:cNvSpPr>
          <p:nvPr>
            <p:ph type="dt" idx="112"/>
          </p:nvPr>
        </p:nvSpPr>
        <p:spPr>
          <a:xfrm>
            <a:off x="3849840" y="0"/>
            <a:ext cx="2945880" cy="493200"/>
          </a:xfrm>
          <a:prstGeom prst="rect">
            <a:avLst/>
          </a:prstGeom>
          <a:noFill/>
          <a:ln w="0">
            <a:noFill/>
          </a:ln>
        </p:spPr>
        <p:txBody>
          <a:bodyPr anchor="t">
            <a:noAutofit/>
          </a:bodyPr>
          <a:p>
            <a:pPr indent="0">
              <a:buNone/>
            </a:pPr>
            <a:endParaRPr b="0" lang="es-AR" sz="1200" spc="-1" strike="noStrike">
              <a:solidFill>
                <a:schemeClr val="dk1"/>
              </a:solidFill>
              <a:latin typeface="Calibri"/>
              <a:ea typeface="Calibri"/>
            </a:endParaRPr>
          </a:p>
        </p:txBody>
      </p:sp>
      <p:sp>
        <p:nvSpPr>
          <p:cNvPr id="1015" name="PlaceHolder 5"/>
          <p:cNvSpPr>
            <a:spLocks noGrp="1"/>
          </p:cNvSpPr>
          <p:nvPr>
            <p:ph type="sldNum" idx="113"/>
          </p:nvPr>
        </p:nvSpPr>
        <p:spPr>
          <a:xfrm>
            <a:off x="3849840" y="9379080"/>
            <a:ext cx="2945880" cy="493200"/>
          </a:xfrm>
          <a:prstGeom prst="rect">
            <a:avLst/>
          </a:prstGeom>
          <a:noFill/>
          <a:ln w="0">
            <a:noFill/>
          </a:ln>
        </p:spPr>
        <p:txBody>
          <a:bodyPr anchor="b">
            <a:noAutofit/>
          </a:bodyPr>
          <a:lstStyle>
            <a:lvl1pPr indent="0">
              <a:lnSpc>
                <a:spcPct val="100000"/>
              </a:lnSpc>
              <a:buNone/>
              <a:tabLst>
                <a:tab algn="l" pos="0"/>
              </a:tabLst>
              <a:defRPr b="0" lang="es-ES" sz="1400" spc="-1" strike="noStrike">
                <a:solidFill>
                  <a:srgbClr val="000000"/>
                </a:solidFill>
                <a:latin typeface="Times New Roman"/>
              </a:defRPr>
            </a:lvl1pPr>
          </a:lstStyle>
          <a:p>
            <a:pPr indent="0">
              <a:lnSpc>
                <a:spcPct val="100000"/>
              </a:lnSpc>
              <a:buNone/>
              <a:tabLst>
                <a:tab algn="l" pos="0"/>
              </a:tabLst>
            </a:pPr>
            <a:fld id="{EA14D542-2254-4BB9-A398-9CE1CCDBA866}" type="slidenum">
              <a:rPr b="0" lang="es-ES" sz="1400" spc="-1" strike="noStrike">
                <a:solidFill>
                  <a:srgbClr val="000000"/>
                </a:solidFill>
                <a:latin typeface="Times New Roman"/>
              </a:rPr>
              <a:t>&lt;número&gt;</a:t>
            </a:fld>
            <a:endParaRPr b="0" lang="es-AR" sz="14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 name="PlaceHolder 1"/>
          <p:cNvSpPr>
            <a:spLocks noGrp="1"/>
          </p:cNvSpPr>
          <p:nvPr>
            <p:ph type="body"/>
          </p:nvPr>
        </p:nvSpPr>
        <p:spPr>
          <a:xfrm>
            <a:off x="679320" y="4691160"/>
            <a:ext cx="5438520" cy="4443120"/>
          </a:xfrm>
          <a:prstGeom prst="rect">
            <a:avLst/>
          </a:prstGeom>
          <a:noFill/>
          <a:ln w="0">
            <a:noFill/>
          </a:ln>
        </p:spPr>
        <p:txBody>
          <a:bodyPr anchor="t">
            <a:noAutofit/>
          </a:bodyPr>
          <a:p>
            <a:pPr indent="0">
              <a:lnSpc>
                <a:spcPct val="100000"/>
              </a:lnSpc>
              <a:buNone/>
              <a:tabLst>
                <a:tab algn="l" pos="0"/>
              </a:tabLst>
            </a:pPr>
            <a:r>
              <a:rPr b="0" lang="es-ES" sz="1200" spc="-1" strike="noStrike">
                <a:solidFill>
                  <a:schemeClr val="dk1"/>
                </a:solidFill>
                <a:latin typeface="Calibri"/>
                <a:ea typeface="Calibri"/>
              </a:rPr>
              <a:t>Se volvió claro que los enfoques individuales al desarrollo de programas no escalaban hacia los grandes y complejos sistemas de software. No eran confiables, costaban más de lo esperado y se distribuían con demora.</a:t>
            </a:r>
            <a:endParaRPr b="0" lang="es-AR" sz="1200" spc="-1" strike="noStrike">
              <a:solidFill>
                <a:srgbClr val="000000"/>
              </a:solidFill>
              <a:latin typeface="Arial"/>
            </a:endParaRPr>
          </a:p>
        </p:txBody>
      </p:sp>
      <p:sp>
        <p:nvSpPr>
          <p:cNvPr id="1017" name="PlaceHolder 2"/>
          <p:cNvSpPr>
            <a:spLocks noGrp="1"/>
          </p:cNvSpPr>
          <p:nvPr>
            <p:ph type="sldImg"/>
          </p:nvPr>
        </p:nvSpPr>
        <p:spPr>
          <a:xfrm>
            <a:off x="95400" y="741240"/>
            <a:ext cx="6606720" cy="3701520"/>
          </a:xfrm>
          <a:prstGeom prst="rect">
            <a:avLst/>
          </a:prstGeom>
          <a:ln w="0">
            <a:noFill/>
          </a:ln>
        </p:spPr>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 name="PlaceHolder 1"/>
          <p:cNvSpPr>
            <a:spLocks noGrp="1"/>
          </p:cNvSpPr>
          <p:nvPr>
            <p:ph type="sldImg"/>
          </p:nvPr>
        </p:nvSpPr>
        <p:spPr>
          <a:xfrm>
            <a:off x="95400" y="741240"/>
            <a:ext cx="6606720" cy="3701520"/>
          </a:xfrm>
          <a:prstGeom prst="rect">
            <a:avLst/>
          </a:prstGeom>
          <a:ln w="0">
            <a:noFill/>
          </a:ln>
        </p:spPr>
      </p:sp>
      <p:sp>
        <p:nvSpPr>
          <p:cNvPr id="1019" name="PlaceHolder 2"/>
          <p:cNvSpPr>
            <a:spLocks noGrp="1"/>
          </p:cNvSpPr>
          <p:nvPr>
            <p:ph type="body"/>
          </p:nvPr>
        </p:nvSpPr>
        <p:spPr>
          <a:xfrm>
            <a:off x="679320" y="4691160"/>
            <a:ext cx="5438520" cy="4443120"/>
          </a:xfrm>
          <a:prstGeom prst="rect">
            <a:avLst/>
          </a:prstGeom>
          <a:noFill/>
          <a:ln w="0">
            <a:noFill/>
          </a:ln>
        </p:spPr>
        <p:txBody>
          <a:bodyPr anchor="t">
            <a:normAutofit/>
          </a:bodyPr>
          <a:p>
            <a:pPr marL="216000" indent="0">
              <a:buNone/>
            </a:pPr>
            <a:endParaRPr b="0" lang="es-AR" sz="1200" spc="-1" strike="noStrike">
              <a:solidFill>
                <a:schemeClr val="dk1"/>
              </a:solidFill>
              <a:latin typeface="Calibri"/>
              <a:ea typeface="Calibri"/>
            </a:endParaRPr>
          </a:p>
        </p:txBody>
      </p:sp>
      <p:sp>
        <p:nvSpPr>
          <p:cNvPr id="1020" name="PlaceHolder 3"/>
          <p:cNvSpPr>
            <a:spLocks noGrp="1"/>
          </p:cNvSpPr>
          <p:nvPr>
            <p:ph type="sldNum" idx="114"/>
          </p:nvPr>
        </p:nvSpPr>
        <p:spPr>
          <a:xfrm>
            <a:off x="3849840" y="9379080"/>
            <a:ext cx="2945880" cy="493200"/>
          </a:xfrm>
          <a:prstGeom prst="rect">
            <a:avLst/>
          </a:prstGeom>
          <a:noFill/>
          <a:ln w="0">
            <a:noFill/>
          </a:ln>
        </p:spPr>
        <p:txBody>
          <a:bodyPr anchor="b">
            <a:noAutofit/>
          </a:bodyPr>
          <a:lstStyle>
            <a:lvl1pPr indent="0" algn="r">
              <a:lnSpc>
                <a:spcPct val="100000"/>
              </a:lnSpc>
              <a:buNone/>
              <a:tabLst>
                <a:tab algn="l" pos="0"/>
              </a:tabLst>
              <a:defRPr b="0" lang="es-ES" sz="1400" spc="-1" strike="noStrike">
                <a:solidFill>
                  <a:srgbClr val="000000"/>
                </a:solidFill>
                <a:latin typeface="Times New Roman"/>
              </a:defRPr>
            </a:lvl1pPr>
          </a:lstStyle>
          <a:p>
            <a:pPr indent="0" algn="r">
              <a:lnSpc>
                <a:spcPct val="100000"/>
              </a:lnSpc>
              <a:buNone/>
              <a:tabLst>
                <a:tab algn="l" pos="0"/>
              </a:tabLst>
            </a:pPr>
            <a:fld id="{943A4B26-FC42-4558-982C-E4B0087BDF1A}" type="slidenum">
              <a:rPr b="0" lang="es-ES" sz="1400" spc="-1" strike="noStrike">
                <a:solidFill>
                  <a:srgbClr val="000000"/>
                </a:solidFill>
                <a:latin typeface="Times New Roman"/>
              </a:rPr>
              <a:t>&lt;número&gt;</a:t>
            </a:fld>
            <a:endParaRPr b="0" lang="es-AR" sz="14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sldImg"/>
          </p:nvPr>
        </p:nvSpPr>
        <p:spPr>
          <a:xfrm>
            <a:off x="95400" y="741240"/>
            <a:ext cx="6606720" cy="3701520"/>
          </a:xfrm>
          <a:prstGeom prst="rect">
            <a:avLst/>
          </a:prstGeom>
          <a:ln w="0">
            <a:noFill/>
          </a:ln>
        </p:spPr>
      </p:sp>
      <p:sp>
        <p:nvSpPr>
          <p:cNvPr id="1022" name="PlaceHolder 2"/>
          <p:cNvSpPr>
            <a:spLocks noGrp="1"/>
          </p:cNvSpPr>
          <p:nvPr>
            <p:ph type="body"/>
          </p:nvPr>
        </p:nvSpPr>
        <p:spPr>
          <a:xfrm>
            <a:off x="679320" y="4691160"/>
            <a:ext cx="5438520" cy="4443120"/>
          </a:xfrm>
          <a:prstGeom prst="rect">
            <a:avLst/>
          </a:prstGeom>
          <a:noFill/>
          <a:ln w="0">
            <a:noFill/>
          </a:ln>
        </p:spPr>
        <p:txBody>
          <a:bodyPr anchor="t">
            <a:normAutofit/>
          </a:bodyPr>
          <a:p>
            <a:pPr marL="216000" indent="0">
              <a:buNone/>
            </a:pPr>
            <a:endParaRPr b="0" lang="es-AR" sz="1200" spc="-1" strike="noStrike">
              <a:solidFill>
                <a:schemeClr val="dk1"/>
              </a:solidFill>
              <a:latin typeface="Calibri"/>
              <a:ea typeface="Calibri"/>
            </a:endParaRPr>
          </a:p>
        </p:txBody>
      </p:sp>
      <p:sp>
        <p:nvSpPr>
          <p:cNvPr id="1023" name="PlaceHolder 3"/>
          <p:cNvSpPr>
            <a:spLocks noGrp="1"/>
          </p:cNvSpPr>
          <p:nvPr>
            <p:ph type="hdr"/>
          </p:nvPr>
        </p:nvSpPr>
        <p:spPr>
          <a:xfrm>
            <a:off x="0" y="0"/>
            <a:ext cx="2945880" cy="493200"/>
          </a:xfrm>
          <a:prstGeom prst="rect">
            <a:avLst/>
          </a:prstGeom>
          <a:noFill/>
          <a:ln w="0">
            <a:noFill/>
          </a:ln>
        </p:spPr>
        <p:txBody>
          <a:bodyPr anchor="t">
            <a:noAutofit/>
          </a:bodyPr>
          <a:p>
            <a:pPr indent="0">
              <a:lnSpc>
                <a:spcPct val="100000"/>
              </a:lnSpc>
              <a:buNone/>
              <a:tabLst>
                <a:tab algn="l" pos="0"/>
              </a:tabLst>
            </a:pPr>
            <a:r>
              <a:rPr b="0" lang="es-ES" sz="1200" spc="-1" strike="noStrike">
                <a:solidFill>
                  <a:schemeClr val="dk1"/>
                </a:solidFill>
                <a:latin typeface="Calibri"/>
                <a:ea typeface="Calibri"/>
              </a:rPr>
              <a:t>Ingeniera de Software I </a:t>
            </a:r>
            <a:endParaRPr b="0" lang="es-AR" sz="1200" spc="-1" strike="noStrike">
              <a:solidFill>
                <a:srgbClr val="000000"/>
              </a:solidFill>
              <a:latin typeface="Times New Roman"/>
            </a:endParaRPr>
          </a:p>
        </p:txBody>
      </p:sp>
      <p:sp>
        <p:nvSpPr>
          <p:cNvPr id="1024" name="PlaceHolder 4"/>
          <p:cNvSpPr>
            <a:spLocks noGrp="1"/>
          </p:cNvSpPr>
          <p:nvPr>
            <p:ph type="dt" idx="115"/>
          </p:nvPr>
        </p:nvSpPr>
        <p:spPr>
          <a:xfrm>
            <a:off x="3849840" y="0"/>
            <a:ext cx="2945880" cy="493200"/>
          </a:xfrm>
          <a:prstGeom prst="rect">
            <a:avLst/>
          </a:prstGeom>
          <a:noFill/>
          <a:ln w="0">
            <a:noFill/>
          </a:ln>
        </p:spPr>
        <p:txBody>
          <a:bodyPr anchor="t">
            <a:noAutofit/>
          </a:bodyPr>
          <a:p>
            <a:pPr indent="0">
              <a:buNone/>
            </a:pPr>
            <a:endParaRPr b="0" lang="es-AR" sz="1200" spc="-1" strike="noStrike">
              <a:solidFill>
                <a:schemeClr val="dk1"/>
              </a:solidFill>
              <a:latin typeface="Calibri"/>
              <a:ea typeface="Calibri"/>
            </a:endParaRPr>
          </a:p>
        </p:txBody>
      </p:sp>
      <p:sp>
        <p:nvSpPr>
          <p:cNvPr id="1025" name="PlaceHolder 5"/>
          <p:cNvSpPr>
            <a:spLocks noGrp="1"/>
          </p:cNvSpPr>
          <p:nvPr>
            <p:ph type="sldNum" idx="116"/>
          </p:nvPr>
        </p:nvSpPr>
        <p:spPr>
          <a:xfrm>
            <a:off x="3849840" y="9379080"/>
            <a:ext cx="2945880" cy="493200"/>
          </a:xfrm>
          <a:prstGeom prst="rect">
            <a:avLst/>
          </a:prstGeom>
          <a:noFill/>
          <a:ln w="0">
            <a:noFill/>
          </a:ln>
        </p:spPr>
        <p:txBody>
          <a:bodyPr anchor="b">
            <a:noAutofit/>
          </a:bodyPr>
          <a:lstStyle>
            <a:lvl1pPr indent="0" algn="r">
              <a:lnSpc>
                <a:spcPct val="100000"/>
              </a:lnSpc>
              <a:buNone/>
              <a:tabLst>
                <a:tab algn="l" pos="0"/>
              </a:tabLst>
              <a:defRPr b="0" lang="es-ES" sz="1400" spc="-1" strike="noStrike">
                <a:solidFill>
                  <a:srgbClr val="000000"/>
                </a:solidFill>
                <a:latin typeface="Times New Roman"/>
              </a:defRPr>
            </a:lvl1pPr>
          </a:lstStyle>
          <a:p>
            <a:pPr indent="0" algn="r">
              <a:lnSpc>
                <a:spcPct val="100000"/>
              </a:lnSpc>
              <a:buNone/>
              <a:tabLst>
                <a:tab algn="l" pos="0"/>
              </a:tabLst>
            </a:pPr>
            <a:fld id="{51E26A64-EA7F-4445-9E0B-A4DAEFA2BEBA}" type="slidenum">
              <a:rPr b="0" lang="es-ES" sz="1400" spc="-1" strike="noStrike">
                <a:solidFill>
                  <a:srgbClr val="000000"/>
                </a:solidFill>
                <a:latin typeface="Times New Roman"/>
              </a:rPr>
              <a:t>&lt;número&gt;</a:t>
            </a:fld>
            <a:endParaRPr b="0" lang="es-AR"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441E8771-D761-4460-B658-DD3076619838}" type="slidenum">
              <a:t>&lt;#&gt;</a:t>
            </a:fld>
          </a:p>
        </p:txBody>
      </p:sp>
      <p:sp>
        <p:nvSpPr>
          <p:cNvPr id="4" name="PlaceHolder 3"/>
          <p:cNvSpPr>
            <a:spLocks noGrp="1"/>
          </p:cNvSpPr>
          <p:nvPr>
            <p:ph type="dt" idx="1"/>
          </p:nvPr>
        </p:nvSpPr>
        <p:spPr/>
        <p:txBody>
          <a:bodyPr/>
          <a:p>
            <a:r>
              <a:rPr lang="es-A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1"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AF3EFD7-08F0-4970-9944-DD54CAC7A28B}" type="slidenum">
              <a:t>&lt;#&gt;</a:t>
            </a:fld>
          </a:p>
        </p:txBody>
      </p:sp>
      <p:sp>
        <p:nvSpPr>
          <p:cNvPr id="6" name="PlaceHolder 5"/>
          <p:cNvSpPr>
            <a:spLocks noGrp="1"/>
          </p:cNvSpPr>
          <p:nvPr>
            <p:ph type="dt" idx="1"/>
          </p:nvPr>
        </p:nvSpPr>
        <p:spPr/>
        <p:txBody>
          <a:bodyPr/>
          <a:p>
            <a:r>
              <a:rPr lang="es-A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3"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1C32CE1-6CFE-4FC1-A11D-08B334B60AAF}" type="slidenum">
              <a:t>&lt;#&gt;</a:t>
            </a:fld>
          </a:p>
        </p:txBody>
      </p:sp>
      <p:sp>
        <p:nvSpPr>
          <p:cNvPr id="6" name="PlaceHolder 5"/>
          <p:cNvSpPr>
            <a:spLocks noGrp="1"/>
          </p:cNvSpPr>
          <p:nvPr>
            <p:ph type="dt" idx="1"/>
          </p:nvPr>
        </p:nvSpPr>
        <p:spPr/>
        <p:txBody>
          <a:bodyPr/>
          <a:p>
            <a:r>
              <a:rPr lang="es-A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5"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6"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9628F31B-E2F7-400C-BC37-D0F5A5FD4D2E}" type="slidenum">
              <a:t>&lt;#&gt;</a:t>
            </a:fld>
          </a:p>
        </p:txBody>
      </p:sp>
      <p:sp>
        <p:nvSpPr>
          <p:cNvPr id="7" name="PlaceHolder 6"/>
          <p:cNvSpPr>
            <a:spLocks noGrp="1"/>
          </p:cNvSpPr>
          <p:nvPr>
            <p:ph type="dt" idx="1"/>
          </p:nvPr>
        </p:nvSpPr>
        <p:spPr/>
        <p:txBody>
          <a:bodyPr/>
          <a:p>
            <a:r>
              <a:rPr lang="es-A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4841AE2C-D2C7-4690-8D7A-85AAD8F7F8A6}" type="slidenum">
              <a:t>&lt;#&gt;</a:t>
            </a:fld>
          </a:p>
        </p:txBody>
      </p:sp>
      <p:sp>
        <p:nvSpPr>
          <p:cNvPr id="5" name="PlaceHolder 4"/>
          <p:cNvSpPr>
            <a:spLocks noGrp="1"/>
          </p:cNvSpPr>
          <p:nvPr>
            <p:ph type="dt" idx="1"/>
          </p:nvPr>
        </p:nvSpPr>
        <p:spPr/>
        <p:txBody>
          <a:bodyPr/>
          <a:p>
            <a:r>
              <a:rPr lang="es-A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2E82A2CD-C2AA-4558-915F-B19476B8452A}" type="slidenum">
              <a:t>&lt;#&gt;</a:t>
            </a:fld>
          </a:p>
        </p:txBody>
      </p:sp>
      <p:sp>
        <p:nvSpPr>
          <p:cNvPr id="5" name="PlaceHolder 4"/>
          <p:cNvSpPr>
            <a:spLocks noGrp="1"/>
          </p:cNvSpPr>
          <p:nvPr>
            <p:ph type="dt" idx="1"/>
          </p:nvPr>
        </p:nvSpPr>
        <p:spPr/>
        <p:txBody>
          <a:bodyPr/>
          <a:p>
            <a:r>
              <a:rPr lang="es-A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0"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1"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2"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A626897-8476-4202-B31A-883C2CC71273}" type="slidenum">
              <a:t>&lt;#&gt;</a:t>
            </a:fld>
          </a:p>
        </p:txBody>
      </p:sp>
      <p:sp>
        <p:nvSpPr>
          <p:cNvPr id="8" name="PlaceHolder 7"/>
          <p:cNvSpPr>
            <a:spLocks noGrp="1"/>
          </p:cNvSpPr>
          <p:nvPr>
            <p:ph type="dt" idx="1"/>
          </p:nvPr>
        </p:nvSpPr>
        <p:spPr/>
        <p:txBody>
          <a:bodyPr/>
          <a:p>
            <a:r>
              <a:rPr lang="es-A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4"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5"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6"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A2DA8DC-7584-4D1B-B739-DCC94665ECE7}" type="slidenum">
              <a:t>&lt;#&gt;</a:t>
            </a:fld>
          </a:p>
        </p:txBody>
      </p:sp>
      <p:sp>
        <p:nvSpPr>
          <p:cNvPr id="8" name="PlaceHolder 7"/>
          <p:cNvSpPr>
            <a:spLocks noGrp="1"/>
          </p:cNvSpPr>
          <p:nvPr>
            <p:ph type="dt" idx="1"/>
          </p:nvPr>
        </p:nvSpPr>
        <p:spPr/>
        <p:txBody>
          <a:bodyPr/>
          <a:p>
            <a:r>
              <a:rPr lang="es-A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8"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9"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0"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C498640D-7005-4EE8-B9BC-6DF5C93A3663}" type="slidenum">
              <a:t>&lt;#&gt;</a:t>
            </a:fld>
          </a:p>
        </p:txBody>
      </p:sp>
      <p:sp>
        <p:nvSpPr>
          <p:cNvPr id="8" name="PlaceHolder 7"/>
          <p:cNvSpPr>
            <a:spLocks noGrp="1"/>
          </p:cNvSpPr>
          <p:nvPr>
            <p:ph type="dt" idx="1"/>
          </p:nvPr>
        </p:nvSpPr>
        <p:spPr/>
        <p:txBody>
          <a:bodyPr/>
          <a:p>
            <a:r>
              <a:rPr lang="es-A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2"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3"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0827C70-F65C-4FD5-93D9-A5C18E65AFBB}" type="slidenum">
              <a:t>&lt;#&gt;</a:t>
            </a:fld>
          </a:p>
        </p:txBody>
      </p:sp>
      <p:sp>
        <p:nvSpPr>
          <p:cNvPr id="7" name="PlaceHolder 6"/>
          <p:cNvSpPr>
            <a:spLocks noGrp="1"/>
          </p:cNvSpPr>
          <p:nvPr>
            <p:ph type="dt" idx="1"/>
          </p:nvPr>
        </p:nvSpPr>
        <p:spPr/>
        <p:txBody>
          <a:bodyPr/>
          <a:p>
            <a:r>
              <a:rPr lang="es-A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5"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6"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7"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8"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58B818E9-FF62-4F3E-BFE5-CF7D12F836F4}" type="slidenum">
              <a:t>&lt;#&gt;</a:t>
            </a:fld>
          </a:p>
        </p:txBody>
      </p:sp>
      <p:sp>
        <p:nvSpPr>
          <p:cNvPr id="9" name="PlaceHolder 8"/>
          <p:cNvSpPr>
            <a:spLocks noGrp="1"/>
          </p:cNvSpPr>
          <p:nvPr>
            <p:ph type="dt" idx="1"/>
          </p:nvPr>
        </p:nvSpPr>
        <p:spPr/>
        <p:txBody>
          <a:bodyPr/>
          <a:p>
            <a:r>
              <a:rPr lang="es-A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0"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1"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2"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3"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4"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5"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1379BD7A-8744-4D08-B58F-705F3AA58382}" type="slidenum">
              <a:t>&lt;#&gt;</a:t>
            </a:fld>
          </a:p>
        </p:txBody>
      </p:sp>
      <p:sp>
        <p:nvSpPr>
          <p:cNvPr id="11" name="PlaceHolder 10"/>
          <p:cNvSpPr>
            <a:spLocks noGrp="1"/>
          </p:cNvSpPr>
          <p:nvPr>
            <p:ph type="dt" idx="1"/>
          </p:nvPr>
        </p:nvSpPr>
        <p:spPr/>
        <p:txBody>
          <a:bodyPr/>
          <a:p>
            <a:r>
              <a:rPr lang="es-A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BD1D2E88-9EFD-4EBA-88BD-ABA95DC501DB}" type="slidenum">
              <a:t>&lt;#&gt;</a:t>
            </a:fld>
          </a:p>
        </p:txBody>
      </p:sp>
      <p:sp>
        <p:nvSpPr>
          <p:cNvPr id="4" name="PlaceHolder 3"/>
          <p:cNvSpPr>
            <a:spLocks noGrp="1"/>
          </p:cNvSpPr>
          <p:nvPr>
            <p:ph type="dt" idx="4"/>
          </p:nvPr>
        </p:nvSpPr>
        <p:spPr/>
        <p:txBody>
          <a:bodyPr/>
          <a:p>
            <a:r>
              <a:rPr lang="es-AR"/>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56"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005713E-0BFC-42AD-91D5-925D208EC5F3}" type="slidenum">
              <a:t>&lt;#&gt;</a:t>
            </a:fld>
          </a:p>
        </p:txBody>
      </p:sp>
      <p:sp>
        <p:nvSpPr>
          <p:cNvPr id="6" name="PlaceHolder 5"/>
          <p:cNvSpPr>
            <a:spLocks noGrp="1"/>
          </p:cNvSpPr>
          <p:nvPr>
            <p:ph type="dt" idx="4"/>
          </p:nvPr>
        </p:nvSpPr>
        <p:spPr/>
        <p:txBody>
          <a:bodyPr/>
          <a:p>
            <a:r>
              <a:rPr lang="es-AR"/>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58"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704566E-E8CA-4F05-ABA9-E710CE35FCD8}" type="slidenum">
              <a:t>&lt;#&gt;</a:t>
            </a:fld>
          </a:p>
        </p:txBody>
      </p:sp>
      <p:sp>
        <p:nvSpPr>
          <p:cNvPr id="6" name="PlaceHolder 5"/>
          <p:cNvSpPr>
            <a:spLocks noGrp="1"/>
          </p:cNvSpPr>
          <p:nvPr>
            <p:ph type="dt" idx="4"/>
          </p:nvPr>
        </p:nvSpPr>
        <p:spPr/>
        <p:txBody>
          <a:bodyPr/>
          <a:p>
            <a:r>
              <a:rPr lang="es-AR"/>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60"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1"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EDC30F4D-6AF4-48C1-B536-5F1059AB3277}" type="slidenum">
              <a:t>&lt;#&gt;</a:t>
            </a:fld>
          </a:p>
        </p:txBody>
      </p:sp>
      <p:sp>
        <p:nvSpPr>
          <p:cNvPr id="7" name="PlaceHolder 6"/>
          <p:cNvSpPr>
            <a:spLocks noGrp="1"/>
          </p:cNvSpPr>
          <p:nvPr>
            <p:ph type="dt" idx="4"/>
          </p:nvPr>
        </p:nvSpPr>
        <p:spPr/>
        <p:txBody>
          <a:bodyPr/>
          <a:p>
            <a:r>
              <a:rPr lang="es-AR"/>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76C99B21-8E71-4667-B642-E106854DD1AE}" type="slidenum">
              <a:t>&lt;#&gt;</a:t>
            </a:fld>
          </a:p>
        </p:txBody>
      </p:sp>
      <p:sp>
        <p:nvSpPr>
          <p:cNvPr id="5" name="PlaceHolder 4"/>
          <p:cNvSpPr>
            <a:spLocks noGrp="1"/>
          </p:cNvSpPr>
          <p:nvPr>
            <p:ph type="dt" idx="4"/>
          </p:nvPr>
        </p:nvSpPr>
        <p:spPr/>
        <p:txBody>
          <a:bodyPr/>
          <a:p>
            <a:r>
              <a:rPr lang="es-AR"/>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BF6B0FC1-9997-4CCC-AA0A-1B5BE61FD450}" type="slidenum">
              <a:t>&lt;#&gt;</a:t>
            </a:fld>
          </a:p>
        </p:txBody>
      </p:sp>
      <p:sp>
        <p:nvSpPr>
          <p:cNvPr id="5" name="PlaceHolder 4"/>
          <p:cNvSpPr>
            <a:spLocks noGrp="1"/>
          </p:cNvSpPr>
          <p:nvPr>
            <p:ph type="dt" idx="4"/>
          </p:nvPr>
        </p:nvSpPr>
        <p:spPr/>
        <p:txBody>
          <a:bodyPr/>
          <a:p>
            <a:r>
              <a:rPr lang="es-AR"/>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65"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6"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7"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19AF831-673C-4C55-990F-E3FD3ECD13CE}" type="slidenum">
              <a:t>&lt;#&gt;</a:t>
            </a:fld>
          </a:p>
        </p:txBody>
      </p:sp>
      <p:sp>
        <p:nvSpPr>
          <p:cNvPr id="8" name="PlaceHolder 7"/>
          <p:cNvSpPr>
            <a:spLocks noGrp="1"/>
          </p:cNvSpPr>
          <p:nvPr>
            <p:ph type="dt" idx="4"/>
          </p:nvPr>
        </p:nvSpPr>
        <p:spPr/>
        <p:txBody>
          <a:bodyPr/>
          <a:p>
            <a:r>
              <a:rPr lang="es-AR"/>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69"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0"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1"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41F5C58-E223-4858-8497-DA57E5FA8875}" type="slidenum">
              <a:t>&lt;#&gt;</a:t>
            </a:fld>
          </a:p>
        </p:txBody>
      </p:sp>
      <p:sp>
        <p:nvSpPr>
          <p:cNvPr id="8" name="PlaceHolder 7"/>
          <p:cNvSpPr>
            <a:spLocks noGrp="1"/>
          </p:cNvSpPr>
          <p:nvPr>
            <p:ph type="dt" idx="4"/>
          </p:nvPr>
        </p:nvSpPr>
        <p:spPr/>
        <p:txBody>
          <a:bodyPr/>
          <a:p>
            <a:r>
              <a:rPr lang="es-AR"/>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73"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4"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5"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BDB09B79-31B0-42F1-8BA9-4A6B6B6AB95A}" type="slidenum">
              <a:t>&lt;#&gt;</a:t>
            </a:fld>
          </a:p>
        </p:txBody>
      </p:sp>
      <p:sp>
        <p:nvSpPr>
          <p:cNvPr id="8" name="PlaceHolder 7"/>
          <p:cNvSpPr>
            <a:spLocks noGrp="1"/>
          </p:cNvSpPr>
          <p:nvPr>
            <p:ph type="dt" idx="4"/>
          </p:nvPr>
        </p:nvSpPr>
        <p:spPr/>
        <p:txBody>
          <a:bodyPr/>
          <a:p>
            <a:r>
              <a:rPr lang="es-AR"/>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77"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8"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98B836-F337-4DC7-B73B-5F6218785E88}" type="slidenum">
              <a:t>&lt;#&gt;</a:t>
            </a:fld>
          </a:p>
        </p:txBody>
      </p:sp>
      <p:sp>
        <p:nvSpPr>
          <p:cNvPr id="7" name="PlaceHolder 6"/>
          <p:cNvSpPr>
            <a:spLocks noGrp="1"/>
          </p:cNvSpPr>
          <p:nvPr>
            <p:ph type="dt" idx="4"/>
          </p:nvPr>
        </p:nvSpPr>
        <p:spPr/>
        <p:txBody>
          <a:bodyPr/>
          <a:p>
            <a:r>
              <a:rPr lang="es-AR"/>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80"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81"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82"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83"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ED31E3CB-D96F-42B5-A922-DE625473EFD5}" type="slidenum">
              <a:t>&lt;#&gt;</a:t>
            </a:fld>
          </a:p>
        </p:txBody>
      </p:sp>
      <p:sp>
        <p:nvSpPr>
          <p:cNvPr id="9" name="PlaceHolder 8"/>
          <p:cNvSpPr>
            <a:spLocks noGrp="1"/>
          </p:cNvSpPr>
          <p:nvPr>
            <p:ph type="dt" idx="4"/>
          </p:nvPr>
        </p:nvSpPr>
        <p:spPr/>
        <p:txBody>
          <a:bodyPr/>
          <a:p>
            <a:r>
              <a:rPr lang="es-AR"/>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85"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86"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87"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88"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89"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0"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82A2992F-C214-45EF-9944-38D4CE2D74B9}" type="slidenum">
              <a:t>&lt;#&gt;</a:t>
            </a:fld>
          </a:p>
        </p:txBody>
      </p:sp>
      <p:sp>
        <p:nvSpPr>
          <p:cNvPr id="11" name="PlaceHolder 10"/>
          <p:cNvSpPr>
            <a:spLocks noGrp="1"/>
          </p:cNvSpPr>
          <p:nvPr>
            <p:ph type="dt" idx="4"/>
          </p:nvPr>
        </p:nvSpPr>
        <p:spPr/>
        <p:txBody>
          <a:bodyPr/>
          <a:p>
            <a:r>
              <a:rPr lang="es-AR"/>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57310162-F22A-4DDC-A2DF-91E1D8AF4C53}" type="slidenum">
              <a:t>&lt;#&gt;</a:t>
            </a:fld>
          </a:p>
        </p:txBody>
      </p:sp>
      <p:sp>
        <p:nvSpPr>
          <p:cNvPr id="4" name="PlaceHolder 3"/>
          <p:cNvSpPr>
            <a:spLocks noGrp="1"/>
          </p:cNvSpPr>
          <p:nvPr>
            <p:ph type="dt" idx="7"/>
          </p:nvPr>
        </p:nvSpPr>
        <p:spPr/>
        <p:txBody>
          <a:bodyPr/>
          <a:p>
            <a:r>
              <a:rPr lang="es-AR"/>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04"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DB13D26D-804D-4078-AB8F-8F1211AE165A}" type="slidenum">
              <a:t>&lt;#&gt;</a:t>
            </a:fld>
          </a:p>
        </p:txBody>
      </p:sp>
      <p:sp>
        <p:nvSpPr>
          <p:cNvPr id="6" name="PlaceHolder 5"/>
          <p:cNvSpPr>
            <a:spLocks noGrp="1"/>
          </p:cNvSpPr>
          <p:nvPr>
            <p:ph type="dt" idx="7"/>
          </p:nvPr>
        </p:nvSpPr>
        <p:spPr/>
        <p:txBody>
          <a:bodyPr/>
          <a:p>
            <a:r>
              <a:rPr lang="es-AR"/>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06"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F471813B-15E6-47AA-90F4-61D283DF356F}" type="slidenum">
              <a:t>&lt;#&gt;</a:t>
            </a:fld>
          </a:p>
        </p:txBody>
      </p:sp>
      <p:sp>
        <p:nvSpPr>
          <p:cNvPr id="6" name="PlaceHolder 5"/>
          <p:cNvSpPr>
            <a:spLocks noGrp="1"/>
          </p:cNvSpPr>
          <p:nvPr>
            <p:ph type="dt" idx="7"/>
          </p:nvPr>
        </p:nvSpPr>
        <p:spPr/>
        <p:txBody>
          <a:bodyPr/>
          <a:p>
            <a:r>
              <a:rPr lang="es-AR"/>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08"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09"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198FFC95-F833-4305-AE94-466A26F5D65D}" type="slidenum">
              <a:t>&lt;#&gt;</a:t>
            </a:fld>
          </a:p>
        </p:txBody>
      </p:sp>
      <p:sp>
        <p:nvSpPr>
          <p:cNvPr id="7" name="PlaceHolder 6"/>
          <p:cNvSpPr>
            <a:spLocks noGrp="1"/>
          </p:cNvSpPr>
          <p:nvPr>
            <p:ph type="dt" idx="7"/>
          </p:nvPr>
        </p:nvSpPr>
        <p:spPr/>
        <p:txBody>
          <a:bodyPr/>
          <a:p>
            <a:r>
              <a:rPr lang="es-AR"/>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0671CF85-94D8-4AD4-A01D-E20BBCF454E0}" type="slidenum">
              <a:t>&lt;#&gt;</a:t>
            </a:fld>
          </a:p>
        </p:txBody>
      </p:sp>
      <p:sp>
        <p:nvSpPr>
          <p:cNvPr id="5" name="PlaceHolder 4"/>
          <p:cNvSpPr>
            <a:spLocks noGrp="1"/>
          </p:cNvSpPr>
          <p:nvPr>
            <p:ph type="dt" idx="7"/>
          </p:nvPr>
        </p:nvSpPr>
        <p:spPr/>
        <p:txBody>
          <a:bodyPr/>
          <a:p>
            <a:r>
              <a:rPr lang="es-AR"/>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1"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6DEBD240-3A5A-4F16-B62E-2D6C3955FB03}" type="slidenum">
              <a:t>&lt;#&gt;</a:t>
            </a:fld>
          </a:p>
        </p:txBody>
      </p:sp>
      <p:sp>
        <p:nvSpPr>
          <p:cNvPr id="5" name="PlaceHolder 4"/>
          <p:cNvSpPr>
            <a:spLocks noGrp="1"/>
          </p:cNvSpPr>
          <p:nvPr>
            <p:ph type="dt" idx="7"/>
          </p:nvPr>
        </p:nvSpPr>
        <p:spPr/>
        <p:txBody>
          <a:bodyPr/>
          <a:p>
            <a:r>
              <a:rPr lang="es-AR"/>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13"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14"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15"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31862084-937B-4AE7-96A5-5B394100F863}" type="slidenum">
              <a:t>&lt;#&gt;</a:t>
            </a:fld>
          </a:p>
        </p:txBody>
      </p:sp>
      <p:sp>
        <p:nvSpPr>
          <p:cNvPr id="8" name="PlaceHolder 7"/>
          <p:cNvSpPr>
            <a:spLocks noGrp="1"/>
          </p:cNvSpPr>
          <p:nvPr>
            <p:ph type="dt" idx="7"/>
          </p:nvPr>
        </p:nvSpPr>
        <p:spPr/>
        <p:txBody>
          <a:bodyPr/>
          <a:p>
            <a:r>
              <a:rPr lang="es-AR"/>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17"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18"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19"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F2AD1A28-366C-4BBA-B650-7D580C8FA9E1}" type="slidenum">
              <a:t>&lt;#&gt;</a:t>
            </a:fld>
          </a:p>
        </p:txBody>
      </p:sp>
      <p:sp>
        <p:nvSpPr>
          <p:cNvPr id="8" name="PlaceHolder 7"/>
          <p:cNvSpPr>
            <a:spLocks noGrp="1"/>
          </p:cNvSpPr>
          <p:nvPr>
            <p:ph type="dt" idx="7"/>
          </p:nvPr>
        </p:nvSpPr>
        <p:spPr/>
        <p:txBody>
          <a:bodyPr/>
          <a:p>
            <a:r>
              <a:rPr lang="es-AR"/>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21"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22"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23"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52BF6FB-79B8-4A32-90F7-A6218E441E7E}" type="slidenum">
              <a:t>&lt;#&gt;</a:t>
            </a:fld>
          </a:p>
        </p:txBody>
      </p:sp>
      <p:sp>
        <p:nvSpPr>
          <p:cNvPr id="8" name="PlaceHolder 7"/>
          <p:cNvSpPr>
            <a:spLocks noGrp="1"/>
          </p:cNvSpPr>
          <p:nvPr>
            <p:ph type="dt" idx="7"/>
          </p:nvPr>
        </p:nvSpPr>
        <p:spPr/>
        <p:txBody>
          <a:bodyPr/>
          <a:p>
            <a:r>
              <a:rPr lang="es-AR"/>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25"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26"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EF0C819F-1DAE-49DE-A78E-4908528F6261}" type="slidenum">
              <a:t>&lt;#&gt;</a:t>
            </a:fld>
          </a:p>
        </p:txBody>
      </p:sp>
      <p:sp>
        <p:nvSpPr>
          <p:cNvPr id="7" name="PlaceHolder 6"/>
          <p:cNvSpPr>
            <a:spLocks noGrp="1"/>
          </p:cNvSpPr>
          <p:nvPr>
            <p:ph type="dt" idx="7"/>
          </p:nvPr>
        </p:nvSpPr>
        <p:spPr/>
        <p:txBody>
          <a:bodyPr/>
          <a:p>
            <a:r>
              <a:rPr lang="es-AR"/>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28"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29"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30"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31"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ACA17DD9-9973-433F-AB1A-43459559A2DA}" type="slidenum">
              <a:t>&lt;#&gt;</a:t>
            </a:fld>
          </a:p>
        </p:txBody>
      </p:sp>
      <p:sp>
        <p:nvSpPr>
          <p:cNvPr id="9" name="PlaceHolder 8"/>
          <p:cNvSpPr>
            <a:spLocks noGrp="1"/>
          </p:cNvSpPr>
          <p:nvPr>
            <p:ph type="dt" idx="7"/>
          </p:nvPr>
        </p:nvSpPr>
        <p:spPr/>
        <p:txBody>
          <a:bodyPr/>
          <a:p>
            <a:r>
              <a:rPr lang="es-AR"/>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33"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34"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35"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36"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37"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38"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64E87F45-20C6-4E51-BE8B-78219094E07C}" type="slidenum">
              <a:t>&lt;#&gt;</a:t>
            </a:fld>
          </a:p>
        </p:txBody>
      </p:sp>
      <p:sp>
        <p:nvSpPr>
          <p:cNvPr id="11" name="PlaceHolder 10"/>
          <p:cNvSpPr>
            <a:spLocks noGrp="1"/>
          </p:cNvSpPr>
          <p:nvPr>
            <p:ph type="dt" idx="7"/>
          </p:nvPr>
        </p:nvSpPr>
        <p:spPr/>
        <p:txBody>
          <a:bodyPr/>
          <a:p>
            <a:r>
              <a:rPr lang="es-AR"/>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2"/>
          </p:nvPr>
        </p:nvSpPr>
        <p:spPr/>
        <p:txBody>
          <a:bodyPr/>
          <a:p>
            <a:r>
              <a:t>Footer</a:t>
            </a:r>
          </a:p>
        </p:txBody>
      </p:sp>
      <p:sp>
        <p:nvSpPr>
          <p:cNvPr id="3" name="PlaceHolder 2"/>
          <p:cNvSpPr>
            <a:spLocks noGrp="1"/>
          </p:cNvSpPr>
          <p:nvPr>
            <p:ph type="sldNum" idx="10"/>
          </p:nvPr>
        </p:nvSpPr>
        <p:spPr/>
        <p:txBody>
          <a:bodyPr/>
          <a:p>
            <a:fld id="{B6BEBB74-343B-41CD-B475-5EEB98523120}" type="slidenum">
              <a:t>&lt;#&gt;</a:t>
            </a:fld>
          </a:p>
        </p:txBody>
      </p:sp>
      <p:sp>
        <p:nvSpPr>
          <p:cNvPr id="4" name="PlaceHolder 3"/>
          <p:cNvSpPr>
            <a:spLocks noGrp="1"/>
          </p:cNvSpPr>
          <p:nvPr>
            <p:ph type="dt" idx="11"/>
          </p:nvPr>
        </p:nvSpPr>
        <p:spPr/>
        <p:txBody>
          <a:bodyPr/>
          <a:p>
            <a:r>
              <a:rPr lang="es-AR"/>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5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53"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12"/>
          </p:nvPr>
        </p:nvSpPr>
        <p:spPr/>
        <p:txBody>
          <a:bodyPr/>
          <a:p>
            <a:r>
              <a:t>Footer</a:t>
            </a:r>
          </a:p>
        </p:txBody>
      </p:sp>
      <p:sp>
        <p:nvSpPr>
          <p:cNvPr id="5" name="PlaceHolder 4"/>
          <p:cNvSpPr>
            <a:spLocks noGrp="1"/>
          </p:cNvSpPr>
          <p:nvPr>
            <p:ph type="sldNum" idx="10"/>
          </p:nvPr>
        </p:nvSpPr>
        <p:spPr/>
        <p:txBody>
          <a:bodyPr/>
          <a:p>
            <a:fld id="{A7A34E02-2504-40C0-8FFA-6D0F212929E1}" type="slidenum">
              <a:t>&lt;#&gt;</a:t>
            </a:fld>
          </a:p>
        </p:txBody>
      </p:sp>
      <p:sp>
        <p:nvSpPr>
          <p:cNvPr id="6" name="PlaceHolder 5"/>
          <p:cNvSpPr>
            <a:spLocks noGrp="1"/>
          </p:cNvSpPr>
          <p:nvPr>
            <p:ph type="dt" idx="11"/>
          </p:nvPr>
        </p:nvSpPr>
        <p:spPr/>
        <p:txBody>
          <a:bodyPr/>
          <a:p>
            <a:r>
              <a:rPr lang="es-AR"/>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55"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12"/>
          </p:nvPr>
        </p:nvSpPr>
        <p:spPr/>
        <p:txBody>
          <a:bodyPr/>
          <a:p>
            <a:r>
              <a:t>Footer</a:t>
            </a:r>
          </a:p>
        </p:txBody>
      </p:sp>
      <p:sp>
        <p:nvSpPr>
          <p:cNvPr id="5" name="PlaceHolder 4"/>
          <p:cNvSpPr>
            <a:spLocks noGrp="1"/>
          </p:cNvSpPr>
          <p:nvPr>
            <p:ph type="sldNum" idx="10"/>
          </p:nvPr>
        </p:nvSpPr>
        <p:spPr/>
        <p:txBody>
          <a:bodyPr/>
          <a:p>
            <a:fld id="{3F136E57-9D40-4C88-86E0-9740400AFD83}" type="slidenum">
              <a:t>&lt;#&gt;</a:t>
            </a:fld>
          </a:p>
        </p:txBody>
      </p:sp>
      <p:sp>
        <p:nvSpPr>
          <p:cNvPr id="6" name="PlaceHolder 5"/>
          <p:cNvSpPr>
            <a:spLocks noGrp="1"/>
          </p:cNvSpPr>
          <p:nvPr>
            <p:ph type="dt" idx="11"/>
          </p:nvPr>
        </p:nvSpPr>
        <p:spPr/>
        <p:txBody>
          <a:bodyPr/>
          <a:p>
            <a:r>
              <a:rPr lang="es-AR"/>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57"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58"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12"/>
          </p:nvPr>
        </p:nvSpPr>
        <p:spPr/>
        <p:txBody>
          <a:bodyPr/>
          <a:p>
            <a:r>
              <a:t>Footer</a:t>
            </a:r>
          </a:p>
        </p:txBody>
      </p:sp>
      <p:sp>
        <p:nvSpPr>
          <p:cNvPr id="6" name="PlaceHolder 5"/>
          <p:cNvSpPr>
            <a:spLocks noGrp="1"/>
          </p:cNvSpPr>
          <p:nvPr>
            <p:ph type="sldNum" idx="10"/>
          </p:nvPr>
        </p:nvSpPr>
        <p:spPr/>
        <p:txBody>
          <a:bodyPr/>
          <a:p>
            <a:fld id="{0C59438E-A9E1-4069-80F9-EC16A2F96D79}" type="slidenum">
              <a:t>&lt;#&gt;</a:t>
            </a:fld>
          </a:p>
        </p:txBody>
      </p:sp>
      <p:sp>
        <p:nvSpPr>
          <p:cNvPr id="7" name="PlaceHolder 6"/>
          <p:cNvSpPr>
            <a:spLocks noGrp="1"/>
          </p:cNvSpPr>
          <p:nvPr>
            <p:ph type="dt" idx="11"/>
          </p:nvPr>
        </p:nvSpPr>
        <p:spPr/>
        <p:txBody>
          <a:bodyPr/>
          <a:p>
            <a:r>
              <a:rPr lang="es-AR"/>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12"/>
          </p:nvPr>
        </p:nvSpPr>
        <p:spPr/>
        <p:txBody>
          <a:bodyPr/>
          <a:p>
            <a:r>
              <a:t>Footer</a:t>
            </a:r>
          </a:p>
        </p:txBody>
      </p:sp>
      <p:sp>
        <p:nvSpPr>
          <p:cNvPr id="4" name="PlaceHolder 3"/>
          <p:cNvSpPr>
            <a:spLocks noGrp="1"/>
          </p:cNvSpPr>
          <p:nvPr>
            <p:ph type="sldNum" idx="10"/>
          </p:nvPr>
        </p:nvSpPr>
        <p:spPr/>
        <p:txBody>
          <a:bodyPr/>
          <a:p>
            <a:fld id="{C31E4988-8081-4641-AF7F-3DEAD8044123}" type="slidenum">
              <a:t>&lt;#&gt;</a:t>
            </a:fld>
          </a:p>
        </p:txBody>
      </p:sp>
      <p:sp>
        <p:nvSpPr>
          <p:cNvPr id="5" name="PlaceHolder 4"/>
          <p:cNvSpPr>
            <a:spLocks noGrp="1"/>
          </p:cNvSpPr>
          <p:nvPr>
            <p:ph type="dt" idx="11"/>
          </p:nvPr>
        </p:nvSpPr>
        <p:spPr/>
        <p:txBody>
          <a:bodyPr/>
          <a:p>
            <a:r>
              <a:rPr lang="es-AR"/>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0"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12"/>
          </p:nvPr>
        </p:nvSpPr>
        <p:spPr/>
        <p:txBody>
          <a:bodyPr/>
          <a:p>
            <a:r>
              <a:t>Footer</a:t>
            </a:r>
          </a:p>
        </p:txBody>
      </p:sp>
      <p:sp>
        <p:nvSpPr>
          <p:cNvPr id="4" name="PlaceHolder 3"/>
          <p:cNvSpPr>
            <a:spLocks noGrp="1"/>
          </p:cNvSpPr>
          <p:nvPr>
            <p:ph type="sldNum" idx="10"/>
          </p:nvPr>
        </p:nvSpPr>
        <p:spPr/>
        <p:txBody>
          <a:bodyPr/>
          <a:p>
            <a:fld id="{19D3F731-02DD-4867-9A31-3469272E2A74}" type="slidenum">
              <a:t>&lt;#&gt;</a:t>
            </a:fld>
          </a:p>
        </p:txBody>
      </p:sp>
      <p:sp>
        <p:nvSpPr>
          <p:cNvPr id="5" name="PlaceHolder 4"/>
          <p:cNvSpPr>
            <a:spLocks noGrp="1"/>
          </p:cNvSpPr>
          <p:nvPr>
            <p:ph type="dt" idx="11"/>
          </p:nvPr>
        </p:nvSpPr>
        <p:spPr/>
        <p:txBody>
          <a:bodyPr/>
          <a:p>
            <a:r>
              <a:rPr lang="es-AR"/>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62"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63"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64"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2"/>
          </p:nvPr>
        </p:nvSpPr>
        <p:spPr/>
        <p:txBody>
          <a:bodyPr/>
          <a:p>
            <a:r>
              <a:t>Footer</a:t>
            </a:r>
          </a:p>
        </p:txBody>
      </p:sp>
      <p:sp>
        <p:nvSpPr>
          <p:cNvPr id="7" name="PlaceHolder 6"/>
          <p:cNvSpPr>
            <a:spLocks noGrp="1"/>
          </p:cNvSpPr>
          <p:nvPr>
            <p:ph type="sldNum" idx="10"/>
          </p:nvPr>
        </p:nvSpPr>
        <p:spPr/>
        <p:txBody>
          <a:bodyPr/>
          <a:p>
            <a:fld id="{823E5C5B-A71D-4E33-B7BF-9A28F49F5C90}" type="slidenum">
              <a:t>&lt;#&gt;</a:t>
            </a:fld>
          </a:p>
        </p:txBody>
      </p:sp>
      <p:sp>
        <p:nvSpPr>
          <p:cNvPr id="8" name="PlaceHolder 7"/>
          <p:cNvSpPr>
            <a:spLocks noGrp="1"/>
          </p:cNvSpPr>
          <p:nvPr>
            <p:ph type="dt" idx="11"/>
          </p:nvPr>
        </p:nvSpPr>
        <p:spPr/>
        <p:txBody>
          <a:bodyPr/>
          <a:p>
            <a:r>
              <a:rPr lang="es-AR"/>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66"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67"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68"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2"/>
          </p:nvPr>
        </p:nvSpPr>
        <p:spPr/>
        <p:txBody>
          <a:bodyPr/>
          <a:p>
            <a:r>
              <a:t>Footer</a:t>
            </a:r>
          </a:p>
        </p:txBody>
      </p:sp>
      <p:sp>
        <p:nvSpPr>
          <p:cNvPr id="7" name="PlaceHolder 6"/>
          <p:cNvSpPr>
            <a:spLocks noGrp="1"/>
          </p:cNvSpPr>
          <p:nvPr>
            <p:ph type="sldNum" idx="10"/>
          </p:nvPr>
        </p:nvSpPr>
        <p:spPr/>
        <p:txBody>
          <a:bodyPr/>
          <a:p>
            <a:fld id="{B3E9BC85-3A9B-4E46-8F03-9DC8D098D9AF}" type="slidenum">
              <a:t>&lt;#&gt;</a:t>
            </a:fld>
          </a:p>
        </p:txBody>
      </p:sp>
      <p:sp>
        <p:nvSpPr>
          <p:cNvPr id="8" name="PlaceHolder 7"/>
          <p:cNvSpPr>
            <a:spLocks noGrp="1"/>
          </p:cNvSpPr>
          <p:nvPr>
            <p:ph type="dt" idx="11"/>
          </p:nvPr>
        </p:nvSpPr>
        <p:spPr/>
        <p:txBody>
          <a:bodyPr/>
          <a:p>
            <a:r>
              <a:rPr lang="es-AR"/>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70"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71"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72"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2"/>
          </p:nvPr>
        </p:nvSpPr>
        <p:spPr/>
        <p:txBody>
          <a:bodyPr/>
          <a:p>
            <a:r>
              <a:t>Footer</a:t>
            </a:r>
          </a:p>
        </p:txBody>
      </p:sp>
      <p:sp>
        <p:nvSpPr>
          <p:cNvPr id="7" name="PlaceHolder 6"/>
          <p:cNvSpPr>
            <a:spLocks noGrp="1"/>
          </p:cNvSpPr>
          <p:nvPr>
            <p:ph type="sldNum" idx="10"/>
          </p:nvPr>
        </p:nvSpPr>
        <p:spPr/>
        <p:txBody>
          <a:bodyPr/>
          <a:p>
            <a:fld id="{A088FD95-FCA9-45A6-A29F-D70A0DDC7885}" type="slidenum">
              <a:t>&lt;#&gt;</a:t>
            </a:fld>
          </a:p>
        </p:txBody>
      </p:sp>
      <p:sp>
        <p:nvSpPr>
          <p:cNvPr id="8" name="PlaceHolder 7"/>
          <p:cNvSpPr>
            <a:spLocks noGrp="1"/>
          </p:cNvSpPr>
          <p:nvPr>
            <p:ph type="dt" idx="11"/>
          </p:nvPr>
        </p:nvSpPr>
        <p:spPr/>
        <p:txBody>
          <a:bodyPr/>
          <a:p>
            <a:r>
              <a:rPr lang="es-AR"/>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74"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75"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12"/>
          </p:nvPr>
        </p:nvSpPr>
        <p:spPr/>
        <p:txBody>
          <a:bodyPr/>
          <a:p>
            <a:r>
              <a:t>Footer</a:t>
            </a:r>
          </a:p>
        </p:txBody>
      </p:sp>
      <p:sp>
        <p:nvSpPr>
          <p:cNvPr id="6" name="PlaceHolder 5"/>
          <p:cNvSpPr>
            <a:spLocks noGrp="1"/>
          </p:cNvSpPr>
          <p:nvPr>
            <p:ph type="sldNum" idx="10"/>
          </p:nvPr>
        </p:nvSpPr>
        <p:spPr/>
        <p:txBody>
          <a:bodyPr/>
          <a:p>
            <a:fld id="{97326469-19E0-477B-987C-38AFC58F35FC}" type="slidenum">
              <a:t>&lt;#&gt;</a:t>
            </a:fld>
          </a:p>
        </p:txBody>
      </p:sp>
      <p:sp>
        <p:nvSpPr>
          <p:cNvPr id="7" name="PlaceHolder 6"/>
          <p:cNvSpPr>
            <a:spLocks noGrp="1"/>
          </p:cNvSpPr>
          <p:nvPr>
            <p:ph type="dt" idx="11"/>
          </p:nvPr>
        </p:nvSpPr>
        <p:spPr/>
        <p:txBody>
          <a:bodyPr/>
          <a:p>
            <a:r>
              <a:rPr lang="es-AR"/>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77"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78"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79"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80"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12"/>
          </p:nvPr>
        </p:nvSpPr>
        <p:spPr/>
        <p:txBody>
          <a:bodyPr/>
          <a:p>
            <a:r>
              <a:t>Footer</a:t>
            </a:r>
          </a:p>
        </p:txBody>
      </p:sp>
      <p:sp>
        <p:nvSpPr>
          <p:cNvPr id="8" name="PlaceHolder 7"/>
          <p:cNvSpPr>
            <a:spLocks noGrp="1"/>
          </p:cNvSpPr>
          <p:nvPr>
            <p:ph type="sldNum" idx="10"/>
          </p:nvPr>
        </p:nvSpPr>
        <p:spPr/>
        <p:txBody>
          <a:bodyPr/>
          <a:p>
            <a:fld id="{31EB2896-43FB-42DA-BAB3-7F86FF6D8866}" type="slidenum">
              <a:t>&lt;#&gt;</a:t>
            </a:fld>
          </a:p>
        </p:txBody>
      </p:sp>
      <p:sp>
        <p:nvSpPr>
          <p:cNvPr id="9" name="PlaceHolder 8"/>
          <p:cNvSpPr>
            <a:spLocks noGrp="1"/>
          </p:cNvSpPr>
          <p:nvPr>
            <p:ph type="dt" idx="11"/>
          </p:nvPr>
        </p:nvSpPr>
        <p:spPr/>
        <p:txBody>
          <a:bodyPr/>
          <a:p>
            <a:r>
              <a:rPr lang="es-AR"/>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82"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83"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84"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85"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86"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187"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12"/>
          </p:nvPr>
        </p:nvSpPr>
        <p:spPr/>
        <p:txBody>
          <a:bodyPr/>
          <a:p>
            <a:r>
              <a:t>Footer</a:t>
            </a:r>
          </a:p>
        </p:txBody>
      </p:sp>
      <p:sp>
        <p:nvSpPr>
          <p:cNvPr id="10" name="PlaceHolder 9"/>
          <p:cNvSpPr>
            <a:spLocks noGrp="1"/>
          </p:cNvSpPr>
          <p:nvPr>
            <p:ph type="sldNum" idx="10"/>
          </p:nvPr>
        </p:nvSpPr>
        <p:spPr/>
        <p:txBody>
          <a:bodyPr/>
          <a:p>
            <a:fld id="{19839315-88F1-4F3C-B736-50A71FDFE2CA}" type="slidenum">
              <a:t>&lt;#&gt;</a:t>
            </a:fld>
          </a:p>
        </p:txBody>
      </p:sp>
      <p:sp>
        <p:nvSpPr>
          <p:cNvPr id="11" name="PlaceHolder 10"/>
          <p:cNvSpPr>
            <a:spLocks noGrp="1"/>
          </p:cNvSpPr>
          <p:nvPr>
            <p:ph type="dt" idx="11"/>
          </p:nvPr>
        </p:nvSpPr>
        <p:spPr/>
        <p:txBody>
          <a:bodyPr/>
          <a:p>
            <a:r>
              <a:rPr lang="es-AR"/>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C22D2F7C-0A0F-4F07-A39B-855E96684FBA}" type="slidenum">
              <a:t>&lt;#&gt;</a:t>
            </a:fld>
          </a:p>
        </p:txBody>
      </p:sp>
      <p:sp>
        <p:nvSpPr>
          <p:cNvPr id="4" name="PlaceHolder 3"/>
          <p:cNvSpPr>
            <a:spLocks noGrp="1"/>
          </p:cNvSpPr>
          <p:nvPr>
            <p:ph type="dt" idx="13"/>
          </p:nvPr>
        </p:nvSpPr>
        <p:spPr/>
        <p:txBody>
          <a:bodyPr/>
          <a:p>
            <a:r>
              <a:rPr lang="es-AR"/>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198"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92FCD9F6-6EDA-4BA1-B1FD-C0E166B652C7}" type="slidenum">
              <a:t>&lt;#&gt;</a:t>
            </a:fld>
          </a:p>
        </p:txBody>
      </p:sp>
      <p:sp>
        <p:nvSpPr>
          <p:cNvPr id="6" name="PlaceHolder 5"/>
          <p:cNvSpPr>
            <a:spLocks noGrp="1"/>
          </p:cNvSpPr>
          <p:nvPr>
            <p:ph type="dt" idx="13"/>
          </p:nvPr>
        </p:nvSpPr>
        <p:spPr/>
        <p:txBody>
          <a:bodyPr/>
          <a:p>
            <a:r>
              <a:rPr lang="es-AR"/>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00"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2AFEB380-9D89-4549-9845-5B662D4C13B4}" type="slidenum">
              <a:t>&lt;#&gt;</a:t>
            </a:fld>
          </a:p>
        </p:txBody>
      </p:sp>
      <p:sp>
        <p:nvSpPr>
          <p:cNvPr id="6" name="PlaceHolder 5"/>
          <p:cNvSpPr>
            <a:spLocks noGrp="1"/>
          </p:cNvSpPr>
          <p:nvPr>
            <p:ph type="dt" idx="13"/>
          </p:nvPr>
        </p:nvSpPr>
        <p:spPr/>
        <p:txBody>
          <a:bodyPr/>
          <a:p>
            <a:r>
              <a:rPr lang="es-AR"/>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1"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02"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03"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F994F096-E1D3-471E-A87C-88D5EF93FB73}" type="slidenum">
              <a:t>&lt;#&gt;</a:t>
            </a:fld>
          </a:p>
        </p:txBody>
      </p:sp>
      <p:sp>
        <p:nvSpPr>
          <p:cNvPr id="7" name="PlaceHolder 6"/>
          <p:cNvSpPr>
            <a:spLocks noGrp="1"/>
          </p:cNvSpPr>
          <p:nvPr>
            <p:ph type="dt" idx="13"/>
          </p:nvPr>
        </p:nvSpPr>
        <p:spPr/>
        <p:txBody>
          <a:bodyPr/>
          <a:p>
            <a:r>
              <a:rPr lang="es-AR"/>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FED9704D-FDC3-4771-BCB5-73A4288D6924}" type="slidenum">
              <a:t>&lt;#&gt;</a:t>
            </a:fld>
          </a:p>
        </p:txBody>
      </p:sp>
      <p:sp>
        <p:nvSpPr>
          <p:cNvPr id="5" name="PlaceHolder 4"/>
          <p:cNvSpPr>
            <a:spLocks noGrp="1"/>
          </p:cNvSpPr>
          <p:nvPr>
            <p:ph type="dt" idx="13"/>
          </p:nvPr>
        </p:nvSpPr>
        <p:spPr/>
        <p:txBody>
          <a:bodyPr/>
          <a:p>
            <a:r>
              <a:rPr lang="es-AR"/>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5"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CD4EAC83-9F1C-45A2-837B-39FA7948889C}" type="slidenum">
              <a:t>&lt;#&gt;</a:t>
            </a:fld>
          </a:p>
        </p:txBody>
      </p:sp>
      <p:sp>
        <p:nvSpPr>
          <p:cNvPr id="5" name="PlaceHolder 4"/>
          <p:cNvSpPr>
            <a:spLocks noGrp="1"/>
          </p:cNvSpPr>
          <p:nvPr>
            <p:ph type="dt" idx="13"/>
          </p:nvPr>
        </p:nvSpPr>
        <p:spPr/>
        <p:txBody>
          <a:bodyPr/>
          <a:p>
            <a:r>
              <a:rPr lang="es-AR"/>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07"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08"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09"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A5EF5A21-D50A-4C49-B7F2-E26E1C17CE46}" type="slidenum">
              <a:t>&lt;#&gt;</a:t>
            </a:fld>
          </a:p>
        </p:txBody>
      </p:sp>
      <p:sp>
        <p:nvSpPr>
          <p:cNvPr id="8" name="PlaceHolder 7"/>
          <p:cNvSpPr>
            <a:spLocks noGrp="1"/>
          </p:cNvSpPr>
          <p:nvPr>
            <p:ph type="dt" idx="13"/>
          </p:nvPr>
        </p:nvSpPr>
        <p:spPr/>
        <p:txBody>
          <a:bodyPr/>
          <a:p>
            <a:r>
              <a:rPr lang="es-AR"/>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11"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12"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13"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0100F10-32DF-43F3-87DD-9325C6D91632}" type="slidenum">
              <a:t>&lt;#&gt;</a:t>
            </a:fld>
          </a:p>
        </p:txBody>
      </p:sp>
      <p:sp>
        <p:nvSpPr>
          <p:cNvPr id="8" name="PlaceHolder 7"/>
          <p:cNvSpPr>
            <a:spLocks noGrp="1"/>
          </p:cNvSpPr>
          <p:nvPr>
            <p:ph type="dt" idx="13"/>
          </p:nvPr>
        </p:nvSpPr>
        <p:spPr/>
        <p:txBody>
          <a:bodyPr/>
          <a:p>
            <a:r>
              <a:rPr lang="es-AR"/>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15"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16"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17"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EFAF6BB6-957F-442D-9B17-9504B613AD12}" type="slidenum">
              <a:t>&lt;#&gt;</a:t>
            </a:fld>
          </a:p>
        </p:txBody>
      </p:sp>
      <p:sp>
        <p:nvSpPr>
          <p:cNvPr id="8" name="PlaceHolder 7"/>
          <p:cNvSpPr>
            <a:spLocks noGrp="1"/>
          </p:cNvSpPr>
          <p:nvPr>
            <p:ph type="dt" idx="13"/>
          </p:nvPr>
        </p:nvSpPr>
        <p:spPr/>
        <p:txBody>
          <a:bodyPr/>
          <a:p>
            <a:r>
              <a:rPr lang="es-AR"/>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19"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20"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3243229D-E2A7-4764-933F-0E4ECE05EA0C}" type="slidenum">
              <a:t>&lt;#&gt;</a:t>
            </a:fld>
          </a:p>
        </p:txBody>
      </p:sp>
      <p:sp>
        <p:nvSpPr>
          <p:cNvPr id="7" name="PlaceHolder 6"/>
          <p:cNvSpPr>
            <a:spLocks noGrp="1"/>
          </p:cNvSpPr>
          <p:nvPr>
            <p:ph type="dt" idx="13"/>
          </p:nvPr>
        </p:nvSpPr>
        <p:spPr/>
        <p:txBody>
          <a:bodyPr/>
          <a:p>
            <a:r>
              <a:rPr lang="es-AR"/>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22"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23"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24"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25"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35FFA50B-FF06-4100-A5AB-4ED4D3468112}" type="slidenum">
              <a:t>&lt;#&gt;</a:t>
            </a:fld>
          </a:p>
        </p:txBody>
      </p:sp>
      <p:sp>
        <p:nvSpPr>
          <p:cNvPr id="9" name="PlaceHolder 8"/>
          <p:cNvSpPr>
            <a:spLocks noGrp="1"/>
          </p:cNvSpPr>
          <p:nvPr>
            <p:ph type="dt" idx="13"/>
          </p:nvPr>
        </p:nvSpPr>
        <p:spPr/>
        <p:txBody>
          <a:bodyPr/>
          <a:p>
            <a:r>
              <a:rPr lang="es-AR"/>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27"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28"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29"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30"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31"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32"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F8C389D5-AC4D-4992-8855-F85792099027}" type="slidenum">
              <a:t>&lt;#&gt;</a:t>
            </a:fld>
          </a:p>
        </p:txBody>
      </p:sp>
      <p:sp>
        <p:nvSpPr>
          <p:cNvPr id="11" name="PlaceHolder 10"/>
          <p:cNvSpPr>
            <a:spLocks noGrp="1"/>
          </p:cNvSpPr>
          <p:nvPr>
            <p:ph type="dt" idx="13"/>
          </p:nvPr>
        </p:nvSpPr>
        <p:spPr/>
        <p:txBody>
          <a:bodyPr/>
          <a:p>
            <a:r>
              <a:rPr lang="es-AR"/>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p>
            <a:r>
              <a:t>Footer</a:t>
            </a:r>
          </a:p>
        </p:txBody>
      </p:sp>
      <p:sp>
        <p:nvSpPr>
          <p:cNvPr id="3" name="PlaceHolder 2"/>
          <p:cNvSpPr>
            <a:spLocks noGrp="1"/>
          </p:cNvSpPr>
          <p:nvPr>
            <p:ph type="sldNum" idx="16"/>
          </p:nvPr>
        </p:nvSpPr>
        <p:spPr/>
        <p:txBody>
          <a:bodyPr/>
          <a:p>
            <a:fld id="{AB5BA2CD-FB69-4FD4-BA25-20BD59DACD3E}" type="slidenum">
              <a:t>&lt;#&gt;</a:t>
            </a:fld>
          </a:p>
        </p:txBody>
      </p:sp>
      <p:sp>
        <p:nvSpPr>
          <p:cNvPr id="4" name="PlaceHolder 3"/>
          <p:cNvSpPr>
            <a:spLocks noGrp="1"/>
          </p:cNvSpPr>
          <p:nvPr>
            <p:ph type="dt" idx="17"/>
          </p:nvPr>
        </p:nvSpPr>
        <p:spPr/>
        <p:txBody>
          <a:bodyPr/>
          <a:p>
            <a:r>
              <a:rPr lang="es-AR"/>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5"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46"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18"/>
          </p:nvPr>
        </p:nvSpPr>
        <p:spPr/>
        <p:txBody>
          <a:bodyPr/>
          <a:p>
            <a:r>
              <a:t>Footer</a:t>
            </a:r>
          </a:p>
        </p:txBody>
      </p:sp>
      <p:sp>
        <p:nvSpPr>
          <p:cNvPr id="5" name="PlaceHolder 4"/>
          <p:cNvSpPr>
            <a:spLocks noGrp="1"/>
          </p:cNvSpPr>
          <p:nvPr>
            <p:ph type="sldNum" idx="16"/>
          </p:nvPr>
        </p:nvSpPr>
        <p:spPr/>
        <p:txBody>
          <a:bodyPr/>
          <a:p>
            <a:fld id="{AF1B3A4D-BC00-46F5-B499-E2275AAB3C37}" type="slidenum">
              <a:t>&lt;#&gt;</a:t>
            </a:fld>
          </a:p>
        </p:txBody>
      </p:sp>
      <p:sp>
        <p:nvSpPr>
          <p:cNvPr id="6" name="PlaceHolder 5"/>
          <p:cNvSpPr>
            <a:spLocks noGrp="1"/>
          </p:cNvSpPr>
          <p:nvPr>
            <p:ph type="dt" idx="17"/>
          </p:nvPr>
        </p:nvSpPr>
        <p:spPr/>
        <p:txBody>
          <a:bodyPr/>
          <a:p>
            <a:r>
              <a:rPr lang="es-AR"/>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48"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18"/>
          </p:nvPr>
        </p:nvSpPr>
        <p:spPr/>
        <p:txBody>
          <a:bodyPr/>
          <a:p>
            <a:r>
              <a:t>Footer</a:t>
            </a:r>
          </a:p>
        </p:txBody>
      </p:sp>
      <p:sp>
        <p:nvSpPr>
          <p:cNvPr id="5" name="PlaceHolder 4"/>
          <p:cNvSpPr>
            <a:spLocks noGrp="1"/>
          </p:cNvSpPr>
          <p:nvPr>
            <p:ph type="sldNum" idx="16"/>
          </p:nvPr>
        </p:nvSpPr>
        <p:spPr/>
        <p:txBody>
          <a:bodyPr/>
          <a:p>
            <a:fld id="{5E6E8FD2-BA81-4BBE-B943-4115CA83907D}" type="slidenum">
              <a:t>&lt;#&gt;</a:t>
            </a:fld>
          </a:p>
        </p:txBody>
      </p:sp>
      <p:sp>
        <p:nvSpPr>
          <p:cNvPr id="6" name="PlaceHolder 5"/>
          <p:cNvSpPr>
            <a:spLocks noGrp="1"/>
          </p:cNvSpPr>
          <p:nvPr>
            <p:ph type="dt" idx="17"/>
          </p:nvPr>
        </p:nvSpPr>
        <p:spPr/>
        <p:txBody>
          <a:bodyPr/>
          <a:p>
            <a:r>
              <a:rPr lang="es-AR"/>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50"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51"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18"/>
          </p:nvPr>
        </p:nvSpPr>
        <p:spPr/>
        <p:txBody>
          <a:bodyPr/>
          <a:p>
            <a:r>
              <a:t>Footer</a:t>
            </a:r>
          </a:p>
        </p:txBody>
      </p:sp>
      <p:sp>
        <p:nvSpPr>
          <p:cNvPr id="6" name="PlaceHolder 5"/>
          <p:cNvSpPr>
            <a:spLocks noGrp="1"/>
          </p:cNvSpPr>
          <p:nvPr>
            <p:ph type="sldNum" idx="16"/>
          </p:nvPr>
        </p:nvSpPr>
        <p:spPr/>
        <p:txBody>
          <a:bodyPr/>
          <a:p>
            <a:fld id="{04AE6BBB-BF6B-4144-BD86-937004539EE6}" type="slidenum">
              <a:t>&lt;#&gt;</a:t>
            </a:fld>
          </a:p>
        </p:txBody>
      </p:sp>
      <p:sp>
        <p:nvSpPr>
          <p:cNvPr id="7" name="PlaceHolder 6"/>
          <p:cNvSpPr>
            <a:spLocks noGrp="1"/>
          </p:cNvSpPr>
          <p:nvPr>
            <p:ph type="dt" idx="17"/>
          </p:nvPr>
        </p:nvSpPr>
        <p:spPr/>
        <p:txBody>
          <a:bodyPr/>
          <a:p>
            <a:r>
              <a:rPr lang="es-AR"/>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18"/>
          </p:nvPr>
        </p:nvSpPr>
        <p:spPr/>
        <p:txBody>
          <a:bodyPr/>
          <a:p>
            <a:r>
              <a:t>Footer</a:t>
            </a:r>
          </a:p>
        </p:txBody>
      </p:sp>
      <p:sp>
        <p:nvSpPr>
          <p:cNvPr id="4" name="PlaceHolder 3"/>
          <p:cNvSpPr>
            <a:spLocks noGrp="1"/>
          </p:cNvSpPr>
          <p:nvPr>
            <p:ph type="sldNum" idx="16"/>
          </p:nvPr>
        </p:nvSpPr>
        <p:spPr/>
        <p:txBody>
          <a:bodyPr/>
          <a:p>
            <a:fld id="{4A6BE45D-06F0-46FE-A47B-25B1522B94FA}" type="slidenum">
              <a:t>&lt;#&gt;</a:t>
            </a:fld>
          </a:p>
        </p:txBody>
      </p:sp>
      <p:sp>
        <p:nvSpPr>
          <p:cNvPr id="5" name="PlaceHolder 4"/>
          <p:cNvSpPr>
            <a:spLocks noGrp="1"/>
          </p:cNvSpPr>
          <p:nvPr>
            <p:ph type="dt" idx="17"/>
          </p:nvPr>
        </p:nvSpPr>
        <p:spPr/>
        <p:txBody>
          <a:bodyPr/>
          <a:p>
            <a:r>
              <a:rPr lang="es-AR"/>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53"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18"/>
          </p:nvPr>
        </p:nvSpPr>
        <p:spPr/>
        <p:txBody>
          <a:bodyPr/>
          <a:p>
            <a:r>
              <a:t>Footer</a:t>
            </a:r>
          </a:p>
        </p:txBody>
      </p:sp>
      <p:sp>
        <p:nvSpPr>
          <p:cNvPr id="4" name="PlaceHolder 3"/>
          <p:cNvSpPr>
            <a:spLocks noGrp="1"/>
          </p:cNvSpPr>
          <p:nvPr>
            <p:ph type="sldNum" idx="16"/>
          </p:nvPr>
        </p:nvSpPr>
        <p:spPr/>
        <p:txBody>
          <a:bodyPr/>
          <a:p>
            <a:fld id="{05413C56-2E88-41E7-B848-A360C6D6047D}" type="slidenum">
              <a:t>&lt;#&gt;</a:t>
            </a:fld>
          </a:p>
        </p:txBody>
      </p:sp>
      <p:sp>
        <p:nvSpPr>
          <p:cNvPr id="5" name="PlaceHolder 4"/>
          <p:cNvSpPr>
            <a:spLocks noGrp="1"/>
          </p:cNvSpPr>
          <p:nvPr>
            <p:ph type="dt" idx="17"/>
          </p:nvPr>
        </p:nvSpPr>
        <p:spPr/>
        <p:txBody>
          <a:bodyPr/>
          <a:p>
            <a:r>
              <a:rPr lang="es-AR"/>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55"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56"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57"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8"/>
          </p:nvPr>
        </p:nvSpPr>
        <p:spPr/>
        <p:txBody>
          <a:bodyPr/>
          <a:p>
            <a:r>
              <a:t>Footer</a:t>
            </a:r>
          </a:p>
        </p:txBody>
      </p:sp>
      <p:sp>
        <p:nvSpPr>
          <p:cNvPr id="7" name="PlaceHolder 6"/>
          <p:cNvSpPr>
            <a:spLocks noGrp="1"/>
          </p:cNvSpPr>
          <p:nvPr>
            <p:ph type="sldNum" idx="16"/>
          </p:nvPr>
        </p:nvSpPr>
        <p:spPr/>
        <p:txBody>
          <a:bodyPr/>
          <a:p>
            <a:fld id="{80921566-91B3-44D4-B623-6C6A28B8D279}" type="slidenum">
              <a:t>&lt;#&gt;</a:t>
            </a:fld>
          </a:p>
        </p:txBody>
      </p:sp>
      <p:sp>
        <p:nvSpPr>
          <p:cNvPr id="8" name="PlaceHolder 7"/>
          <p:cNvSpPr>
            <a:spLocks noGrp="1"/>
          </p:cNvSpPr>
          <p:nvPr>
            <p:ph type="dt" idx="17"/>
          </p:nvPr>
        </p:nvSpPr>
        <p:spPr/>
        <p:txBody>
          <a:bodyPr/>
          <a:p>
            <a:r>
              <a:rPr lang="es-AR"/>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59"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60"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61"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8"/>
          </p:nvPr>
        </p:nvSpPr>
        <p:spPr/>
        <p:txBody>
          <a:bodyPr/>
          <a:p>
            <a:r>
              <a:t>Footer</a:t>
            </a:r>
          </a:p>
        </p:txBody>
      </p:sp>
      <p:sp>
        <p:nvSpPr>
          <p:cNvPr id="7" name="PlaceHolder 6"/>
          <p:cNvSpPr>
            <a:spLocks noGrp="1"/>
          </p:cNvSpPr>
          <p:nvPr>
            <p:ph type="sldNum" idx="16"/>
          </p:nvPr>
        </p:nvSpPr>
        <p:spPr/>
        <p:txBody>
          <a:bodyPr/>
          <a:p>
            <a:fld id="{61126268-EE57-428B-A6DD-61BD42FC2232}" type="slidenum">
              <a:t>&lt;#&gt;</a:t>
            </a:fld>
          </a:p>
        </p:txBody>
      </p:sp>
      <p:sp>
        <p:nvSpPr>
          <p:cNvPr id="8" name="PlaceHolder 7"/>
          <p:cNvSpPr>
            <a:spLocks noGrp="1"/>
          </p:cNvSpPr>
          <p:nvPr>
            <p:ph type="dt" idx="17"/>
          </p:nvPr>
        </p:nvSpPr>
        <p:spPr/>
        <p:txBody>
          <a:bodyPr/>
          <a:p>
            <a:r>
              <a:rPr lang="es-AR"/>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63"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64"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65"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18"/>
          </p:nvPr>
        </p:nvSpPr>
        <p:spPr/>
        <p:txBody>
          <a:bodyPr/>
          <a:p>
            <a:r>
              <a:t>Footer</a:t>
            </a:r>
          </a:p>
        </p:txBody>
      </p:sp>
      <p:sp>
        <p:nvSpPr>
          <p:cNvPr id="7" name="PlaceHolder 6"/>
          <p:cNvSpPr>
            <a:spLocks noGrp="1"/>
          </p:cNvSpPr>
          <p:nvPr>
            <p:ph type="sldNum" idx="16"/>
          </p:nvPr>
        </p:nvSpPr>
        <p:spPr/>
        <p:txBody>
          <a:bodyPr/>
          <a:p>
            <a:fld id="{D4805623-2101-4AF1-BEB1-9DDAC60C7412}" type="slidenum">
              <a:t>&lt;#&gt;</a:t>
            </a:fld>
          </a:p>
        </p:txBody>
      </p:sp>
      <p:sp>
        <p:nvSpPr>
          <p:cNvPr id="8" name="PlaceHolder 7"/>
          <p:cNvSpPr>
            <a:spLocks noGrp="1"/>
          </p:cNvSpPr>
          <p:nvPr>
            <p:ph type="dt" idx="17"/>
          </p:nvPr>
        </p:nvSpPr>
        <p:spPr/>
        <p:txBody>
          <a:bodyPr/>
          <a:p>
            <a:r>
              <a:rPr lang="es-AR"/>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67"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68"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18"/>
          </p:nvPr>
        </p:nvSpPr>
        <p:spPr/>
        <p:txBody>
          <a:bodyPr/>
          <a:p>
            <a:r>
              <a:t>Footer</a:t>
            </a:r>
          </a:p>
        </p:txBody>
      </p:sp>
      <p:sp>
        <p:nvSpPr>
          <p:cNvPr id="6" name="PlaceHolder 5"/>
          <p:cNvSpPr>
            <a:spLocks noGrp="1"/>
          </p:cNvSpPr>
          <p:nvPr>
            <p:ph type="sldNum" idx="16"/>
          </p:nvPr>
        </p:nvSpPr>
        <p:spPr/>
        <p:txBody>
          <a:bodyPr/>
          <a:p>
            <a:fld id="{6759036C-2CAF-4C8A-8769-D0D338C0D8C5}" type="slidenum">
              <a:t>&lt;#&gt;</a:t>
            </a:fld>
          </a:p>
        </p:txBody>
      </p:sp>
      <p:sp>
        <p:nvSpPr>
          <p:cNvPr id="7" name="PlaceHolder 6"/>
          <p:cNvSpPr>
            <a:spLocks noGrp="1"/>
          </p:cNvSpPr>
          <p:nvPr>
            <p:ph type="dt" idx="17"/>
          </p:nvPr>
        </p:nvSpPr>
        <p:spPr/>
        <p:txBody>
          <a:bodyPr/>
          <a:p>
            <a:r>
              <a:rPr lang="es-AR"/>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70"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71"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72"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73"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18"/>
          </p:nvPr>
        </p:nvSpPr>
        <p:spPr/>
        <p:txBody>
          <a:bodyPr/>
          <a:p>
            <a:r>
              <a:t>Footer</a:t>
            </a:r>
          </a:p>
        </p:txBody>
      </p:sp>
      <p:sp>
        <p:nvSpPr>
          <p:cNvPr id="8" name="PlaceHolder 7"/>
          <p:cNvSpPr>
            <a:spLocks noGrp="1"/>
          </p:cNvSpPr>
          <p:nvPr>
            <p:ph type="sldNum" idx="16"/>
          </p:nvPr>
        </p:nvSpPr>
        <p:spPr/>
        <p:txBody>
          <a:bodyPr/>
          <a:p>
            <a:fld id="{746F55B5-ABE7-4109-83A4-52E932FA6F93}" type="slidenum">
              <a:t>&lt;#&gt;</a:t>
            </a:fld>
          </a:p>
        </p:txBody>
      </p:sp>
      <p:sp>
        <p:nvSpPr>
          <p:cNvPr id="9" name="PlaceHolder 8"/>
          <p:cNvSpPr>
            <a:spLocks noGrp="1"/>
          </p:cNvSpPr>
          <p:nvPr>
            <p:ph type="dt" idx="17"/>
          </p:nvPr>
        </p:nvSpPr>
        <p:spPr/>
        <p:txBody>
          <a:bodyPr/>
          <a:p>
            <a:r>
              <a:rPr lang="es-AR"/>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75"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76"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77"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78"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79"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80"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18"/>
          </p:nvPr>
        </p:nvSpPr>
        <p:spPr/>
        <p:txBody>
          <a:bodyPr/>
          <a:p>
            <a:r>
              <a:t>Footer</a:t>
            </a:r>
          </a:p>
        </p:txBody>
      </p:sp>
      <p:sp>
        <p:nvSpPr>
          <p:cNvPr id="10" name="PlaceHolder 9"/>
          <p:cNvSpPr>
            <a:spLocks noGrp="1"/>
          </p:cNvSpPr>
          <p:nvPr>
            <p:ph type="sldNum" idx="16"/>
          </p:nvPr>
        </p:nvSpPr>
        <p:spPr/>
        <p:txBody>
          <a:bodyPr/>
          <a:p>
            <a:fld id="{C850A07B-815C-4D10-B93A-DC4BF40D5F1E}" type="slidenum">
              <a:t>&lt;#&gt;</a:t>
            </a:fld>
          </a:p>
        </p:txBody>
      </p:sp>
      <p:sp>
        <p:nvSpPr>
          <p:cNvPr id="11" name="PlaceHolder 10"/>
          <p:cNvSpPr>
            <a:spLocks noGrp="1"/>
          </p:cNvSpPr>
          <p:nvPr>
            <p:ph type="dt" idx="17"/>
          </p:nvPr>
        </p:nvSpPr>
        <p:spPr/>
        <p:txBody>
          <a:bodyPr/>
          <a:p>
            <a:r>
              <a:rPr lang="es-AR"/>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EEBD064-985F-4DDC-BF59-65237FA72FA7}" type="slidenum">
              <a:t>&lt;#&gt;</a:t>
            </a:fld>
          </a:p>
        </p:txBody>
      </p:sp>
      <p:sp>
        <p:nvSpPr>
          <p:cNvPr id="4" name="PlaceHolder 3"/>
          <p:cNvSpPr>
            <a:spLocks noGrp="1"/>
          </p:cNvSpPr>
          <p:nvPr>
            <p:ph type="dt" idx="19"/>
          </p:nvPr>
        </p:nvSpPr>
        <p:spPr/>
        <p:txBody>
          <a:bodyPr/>
          <a:p>
            <a:r>
              <a:rPr lang="es-AR"/>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94"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0BA6A1C2-F226-4B65-A94B-CD724C71ED3C}" type="slidenum">
              <a:t>&lt;#&gt;</a:t>
            </a:fld>
          </a:p>
        </p:txBody>
      </p:sp>
      <p:sp>
        <p:nvSpPr>
          <p:cNvPr id="6" name="PlaceHolder 5"/>
          <p:cNvSpPr>
            <a:spLocks noGrp="1"/>
          </p:cNvSpPr>
          <p:nvPr>
            <p:ph type="dt" idx="19"/>
          </p:nvPr>
        </p:nvSpPr>
        <p:spPr/>
        <p:txBody>
          <a:bodyPr/>
          <a:p>
            <a:r>
              <a:rPr lang="es-AR"/>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5"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96"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322D1040-4728-4346-B215-E54ECF387459}" type="slidenum">
              <a:t>&lt;#&gt;</a:t>
            </a:fld>
          </a:p>
        </p:txBody>
      </p:sp>
      <p:sp>
        <p:nvSpPr>
          <p:cNvPr id="6" name="PlaceHolder 5"/>
          <p:cNvSpPr>
            <a:spLocks noGrp="1"/>
          </p:cNvSpPr>
          <p:nvPr>
            <p:ph type="dt" idx="19"/>
          </p:nvPr>
        </p:nvSpPr>
        <p:spPr/>
        <p:txBody>
          <a:bodyPr/>
          <a:p>
            <a:r>
              <a:rPr lang="es-AR"/>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298"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299"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02780013-B4EC-4730-898B-9324EF992CD5}" type="slidenum">
              <a:t>&lt;#&gt;</a:t>
            </a:fld>
          </a:p>
        </p:txBody>
      </p:sp>
      <p:sp>
        <p:nvSpPr>
          <p:cNvPr id="7" name="PlaceHolder 6"/>
          <p:cNvSpPr>
            <a:spLocks noGrp="1"/>
          </p:cNvSpPr>
          <p:nvPr>
            <p:ph type="dt" idx="19"/>
          </p:nvPr>
        </p:nvSpPr>
        <p:spPr/>
        <p:txBody>
          <a:bodyPr/>
          <a:p>
            <a:r>
              <a:rPr lang="es-AR"/>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0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DCC65332-7A06-49BD-B49B-75E2A671923C}" type="slidenum">
              <a:t>&lt;#&gt;</a:t>
            </a:fld>
          </a:p>
        </p:txBody>
      </p:sp>
      <p:sp>
        <p:nvSpPr>
          <p:cNvPr id="5" name="PlaceHolder 4"/>
          <p:cNvSpPr>
            <a:spLocks noGrp="1"/>
          </p:cNvSpPr>
          <p:nvPr>
            <p:ph type="dt" idx="19"/>
          </p:nvPr>
        </p:nvSpPr>
        <p:spPr/>
        <p:txBody>
          <a:bodyPr/>
          <a:p>
            <a:r>
              <a:rPr lang="es-AR"/>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1"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70CEDB06-9B16-4AFB-8155-4D8172836C8E}" type="slidenum">
              <a:t>&lt;#&gt;</a:t>
            </a:fld>
          </a:p>
        </p:txBody>
      </p:sp>
      <p:sp>
        <p:nvSpPr>
          <p:cNvPr id="5" name="PlaceHolder 4"/>
          <p:cNvSpPr>
            <a:spLocks noGrp="1"/>
          </p:cNvSpPr>
          <p:nvPr>
            <p:ph type="dt" idx="19"/>
          </p:nvPr>
        </p:nvSpPr>
        <p:spPr/>
        <p:txBody>
          <a:bodyPr/>
          <a:p>
            <a:r>
              <a:rPr lang="es-AR"/>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03"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04"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05"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85BCBE43-89C6-4C53-92E4-874B3395230D}" type="slidenum">
              <a:t>&lt;#&gt;</a:t>
            </a:fld>
          </a:p>
        </p:txBody>
      </p:sp>
      <p:sp>
        <p:nvSpPr>
          <p:cNvPr id="8" name="PlaceHolder 7"/>
          <p:cNvSpPr>
            <a:spLocks noGrp="1"/>
          </p:cNvSpPr>
          <p:nvPr>
            <p:ph type="dt" idx="19"/>
          </p:nvPr>
        </p:nvSpPr>
        <p:spPr/>
        <p:txBody>
          <a:bodyPr/>
          <a:p>
            <a:r>
              <a:rPr lang="es-AR"/>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07"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08"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09"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43E1217D-9FD5-42E7-9B87-BA5FB5F3C9A3}" type="slidenum">
              <a:t>&lt;#&gt;</a:t>
            </a:fld>
          </a:p>
        </p:txBody>
      </p:sp>
      <p:sp>
        <p:nvSpPr>
          <p:cNvPr id="8" name="PlaceHolder 7"/>
          <p:cNvSpPr>
            <a:spLocks noGrp="1"/>
          </p:cNvSpPr>
          <p:nvPr>
            <p:ph type="dt" idx="19"/>
          </p:nvPr>
        </p:nvSpPr>
        <p:spPr/>
        <p:txBody>
          <a:bodyPr/>
          <a:p>
            <a:r>
              <a:rPr lang="es-AR"/>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1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11"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12"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13"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CAA52041-C86E-4D9C-A1A9-71C0E7306F47}" type="slidenum">
              <a:t>&lt;#&gt;</a:t>
            </a:fld>
          </a:p>
        </p:txBody>
      </p:sp>
      <p:sp>
        <p:nvSpPr>
          <p:cNvPr id="8" name="PlaceHolder 7"/>
          <p:cNvSpPr>
            <a:spLocks noGrp="1"/>
          </p:cNvSpPr>
          <p:nvPr>
            <p:ph type="dt" idx="19"/>
          </p:nvPr>
        </p:nvSpPr>
        <p:spPr/>
        <p:txBody>
          <a:bodyPr/>
          <a:p>
            <a:r>
              <a:rPr lang="es-AR"/>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15"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16"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505523E7-5A4D-4FBD-86EB-60837D19ACD7}" type="slidenum">
              <a:t>&lt;#&gt;</a:t>
            </a:fld>
          </a:p>
        </p:txBody>
      </p:sp>
      <p:sp>
        <p:nvSpPr>
          <p:cNvPr id="7" name="PlaceHolder 6"/>
          <p:cNvSpPr>
            <a:spLocks noGrp="1"/>
          </p:cNvSpPr>
          <p:nvPr>
            <p:ph type="dt" idx="19"/>
          </p:nvPr>
        </p:nvSpPr>
        <p:spPr/>
        <p:txBody>
          <a:bodyPr/>
          <a:p>
            <a:r>
              <a:rPr lang="es-AR"/>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18"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19"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20"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21"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DB0AC770-F0CE-4330-9387-0DEBD865D96B}" type="slidenum">
              <a:t>&lt;#&gt;</a:t>
            </a:fld>
          </a:p>
        </p:txBody>
      </p:sp>
      <p:sp>
        <p:nvSpPr>
          <p:cNvPr id="9" name="PlaceHolder 8"/>
          <p:cNvSpPr>
            <a:spLocks noGrp="1"/>
          </p:cNvSpPr>
          <p:nvPr>
            <p:ph type="dt" idx="19"/>
          </p:nvPr>
        </p:nvSpPr>
        <p:spPr/>
        <p:txBody>
          <a:bodyPr/>
          <a:p>
            <a:r>
              <a:rPr lang="es-AR"/>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23"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24"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25"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26"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27"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28"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86F240B7-BE43-4A0C-B393-2ECE5E6A7080}" type="slidenum">
              <a:t>&lt;#&gt;</a:t>
            </a:fld>
          </a:p>
        </p:txBody>
      </p:sp>
      <p:sp>
        <p:nvSpPr>
          <p:cNvPr id="11" name="PlaceHolder 10"/>
          <p:cNvSpPr>
            <a:spLocks noGrp="1"/>
          </p:cNvSpPr>
          <p:nvPr>
            <p:ph type="dt" idx="19"/>
          </p:nvPr>
        </p:nvSpPr>
        <p:spPr/>
        <p:txBody>
          <a:bodyPr/>
          <a:p>
            <a:r>
              <a:rPr lang="es-AR"/>
              <a:t/>
            </a: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4"/>
          </p:nvPr>
        </p:nvSpPr>
        <p:spPr/>
        <p:txBody>
          <a:bodyPr/>
          <a:p>
            <a:r>
              <a:t>Footer</a:t>
            </a:r>
          </a:p>
        </p:txBody>
      </p:sp>
      <p:sp>
        <p:nvSpPr>
          <p:cNvPr id="3" name="PlaceHolder 2"/>
          <p:cNvSpPr>
            <a:spLocks noGrp="1"/>
          </p:cNvSpPr>
          <p:nvPr>
            <p:ph type="sldNum" idx="22"/>
          </p:nvPr>
        </p:nvSpPr>
        <p:spPr/>
        <p:txBody>
          <a:bodyPr/>
          <a:p>
            <a:fld id="{346091DA-0FFE-4033-9EE6-7D03D9552D8C}" type="slidenum">
              <a:t>&lt;#&gt;</a:t>
            </a:fld>
          </a:p>
        </p:txBody>
      </p:sp>
      <p:sp>
        <p:nvSpPr>
          <p:cNvPr id="4" name="PlaceHolder 3"/>
          <p:cNvSpPr>
            <a:spLocks noGrp="1"/>
          </p:cNvSpPr>
          <p:nvPr>
            <p:ph type="dt" idx="23"/>
          </p:nvPr>
        </p:nvSpPr>
        <p:spPr/>
        <p:txBody>
          <a:bodyPr/>
          <a:p>
            <a:r>
              <a:rPr lang="es-AR"/>
              <a:t/>
            </a: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4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41"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24"/>
          </p:nvPr>
        </p:nvSpPr>
        <p:spPr/>
        <p:txBody>
          <a:bodyPr/>
          <a:p>
            <a:r>
              <a:t>Footer</a:t>
            </a:r>
          </a:p>
        </p:txBody>
      </p:sp>
      <p:sp>
        <p:nvSpPr>
          <p:cNvPr id="5" name="PlaceHolder 4"/>
          <p:cNvSpPr>
            <a:spLocks noGrp="1"/>
          </p:cNvSpPr>
          <p:nvPr>
            <p:ph type="sldNum" idx="22"/>
          </p:nvPr>
        </p:nvSpPr>
        <p:spPr/>
        <p:txBody>
          <a:bodyPr/>
          <a:p>
            <a:fld id="{208AC08B-B206-4242-97D7-418AE6F5E784}" type="slidenum">
              <a:t>&lt;#&gt;</a:t>
            </a:fld>
          </a:p>
        </p:txBody>
      </p:sp>
      <p:sp>
        <p:nvSpPr>
          <p:cNvPr id="6" name="PlaceHolder 5"/>
          <p:cNvSpPr>
            <a:spLocks noGrp="1"/>
          </p:cNvSpPr>
          <p:nvPr>
            <p:ph type="dt" idx="23"/>
          </p:nvPr>
        </p:nvSpPr>
        <p:spPr/>
        <p:txBody>
          <a:bodyPr/>
          <a:p>
            <a:r>
              <a:rPr lang="es-AR"/>
              <a:t/>
            </a: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4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43"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24"/>
          </p:nvPr>
        </p:nvSpPr>
        <p:spPr/>
        <p:txBody>
          <a:bodyPr/>
          <a:p>
            <a:r>
              <a:t>Footer</a:t>
            </a:r>
          </a:p>
        </p:txBody>
      </p:sp>
      <p:sp>
        <p:nvSpPr>
          <p:cNvPr id="5" name="PlaceHolder 4"/>
          <p:cNvSpPr>
            <a:spLocks noGrp="1"/>
          </p:cNvSpPr>
          <p:nvPr>
            <p:ph type="sldNum" idx="22"/>
          </p:nvPr>
        </p:nvSpPr>
        <p:spPr/>
        <p:txBody>
          <a:bodyPr/>
          <a:p>
            <a:fld id="{F13E264C-95BA-40FF-8AEB-5024D1A462D9}" type="slidenum">
              <a:t>&lt;#&gt;</a:t>
            </a:fld>
          </a:p>
        </p:txBody>
      </p:sp>
      <p:sp>
        <p:nvSpPr>
          <p:cNvPr id="6" name="PlaceHolder 5"/>
          <p:cNvSpPr>
            <a:spLocks noGrp="1"/>
          </p:cNvSpPr>
          <p:nvPr>
            <p:ph type="dt" idx="23"/>
          </p:nvPr>
        </p:nvSpPr>
        <p:spPr/>
        <p:txBody>
          <a:bodyPr/>
          <a:p>
            <a:r>
              <a:rPr lang="es-AR"/>
              <a:t/>
            </a: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4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45"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46"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24"/>
          </p:nvPr>
        </p:nvSpPr>
        <p:spPr/>
        <p:txBody>
          <a:bodyPr/>
          <a:p>
            <a:r>
              <a:t>Footer</a:t>
            </a:r>
          </a:p>
        </p:txBody>
      </p:sp>
      <p:sp>
        <p:nvSpPr>
          <p:cNvPr id="6" name="PlaceHolder 5"/>
          <p:cNvSpPr>
            <a:spLocks noGrp="1"/>
          </p:cNvSpPr>
          <p:nvPr>
            <p:ph type="sldNum" idx="22"/>
          </p:nvPr>
        </p:nvSpPr>
        <p:spPr/>
        <p:txBody>
          <a:bodyPr/>
          <a:p>
            <a:fld id="{43285C1B-8742-4A33-AF36-43B1FED81072}" type="slidenum">
              <a:t>&lt;#&gt;</a:t>
            </a:fld>
          </a:p>
        </p:txBody>
      </p:sp>
      <p:sp>
        <p:nvSpPr>
          <p:cNvPr id="7" name="PlaceHolder 6"/>
          <p:cNvSpPr>
            <a:spLocks noGrp="1"/>
          </p:cNvSpPr>
          <p:nvPr>
            <p:ph type="dt" idx="23"/>
          </p:nvPr>
        </p:nvSpPr>
        <p:spPr/>
        <p:txBody>
          <a:bodyPr/>
          <a:p>
            <a:r>
              <a:rPr lang="es-AR"/>
              <a:t/>
            </a: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4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24"/>
          </p:nvPr>
        </p:nvSpPr>
        <p:spPr/>
        <p:txBody>
          <a:bodyPr/>
          <a:p>
            <a:r>
              <a:t>Footer</a:t>
            </a:r>
          </a:p>
        </p:txBody>
      </p:sp>
      <p:sp>
        <p:nvSpPr>
          <p:cNvPr id="4" name="PlaceHolder 3"/>
          <p:cNvSpPr>
            <a:spLocks noGrp="1"/>
          </p:cNvSpPr>
          <p:nvPr>
            <p:ph type="sldNum" idx="22"/>
          </p:nvPr>
        </p:nvSpPr>
        <p:spPr/>
        <p:txBody>
          <a:bodyPr/>
          <a:p>
            <a:fld id="{7483ED03-48D4-4032-9BCE-FA7567FFE430}" type="slidenum">
              <a:t>&lt;#&gt;</a:t>
            </a:fld>
          </a:p>
        </p:txBody>
      </p:sp>
      <p:sp>
        <p:nvSpPr>
          <p:cNvPr id="5" name="PlaceHolder 4"/>
          <p:cNvSpPr>
            <a:spLocks noGrp="1"/>
          </p:cNvSpPr>
          <p:nvPr>
            <p:ph type="dt" idx="23"/>
          </p:nvPr>
        </p:nvSpPr>
        <p:spPr/>
        <p:txBody>
          <a:bodyPr/>
          <a:p>
            <a:r>
              <a:rPr lang="es-AR"/>
              <a:t/>
            </a: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48"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24"/>
          </p:nvPr>
        </p:nvSpPr>
        <p:spPr/>
        <p:txBody>
          <a:bodyPr/>
          <a:p>
            <a:r>
              <a:t>Footer</a:t>
            </a:r>
          </a:p>
        </p:txBody>
      </p:sp>
      <p:sp>
        <p:nvSpPr>
          <p:cNvPr id="4" name="PlaceHolder 3"/>
          <p:cNvSpPr>
            <a:spLocks noGrp="1"/>
          </p:cNvSpPr>
          <p:nvPr>
            <p:ph type="sldNum" idx="22"/>
          </p:nvPr>
        </p:nvSpPr>
        <p:spPr/>
        <p:txBody>
          <a:bodyPr/>
          <a:p>
            <a:fld id="{7E4434D4-40F3-45BF-9561-49A34262D14E}" type="slidenum">
              <a:t>&lt;#&gt;</a:t>
            </a:fld>
          </a:p>
        </p:txBody>
      </p:sp>
      <p:sp>
        <p:nvSpPr>
          <p:cNvPr id="5" name="PlaceHolder 4"/>
          <p:cNvSpPr>
            <a:spLocks noGrp="1"/>
          </p:cNvSpPr>
          <p:nvPr>
            <p:ph type="dt" idx="23"/>
          </p:nvPr>
        </p:nvSpPr>
        <p:spPr/>
        <p:txBody>
          <a:bodyPr/>
          <a:p>
            <a:r>
              <a:rPr lang="es-AR"/>
              <a:t/>
            </a: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4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50"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51"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52"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4"/>
          </p:nvPr>
        </p:nvSpPr>
        <p:spPr/>
        <p:txBody>
          <a:bodyPr/>
          <a:p>
            <a:r>
              <a:t>Footer</a:t>
            </a:r>
          </a:p>
        </p:txBody>
      </p:sp>
      <p:sp>
        <p:nvSpPr>
          <p:cNvPr id="7" name="PlaceHolder 6"/>
          <p:cNvSpPr>
            <a:spLocks noGrp="1"/>
          </p:cNvSpPr>
          <p:nvPr>
            <p:ph type="sldNum" idx="22"/>
          </p:nvPr>
        </p:nvSpPr>
        <p:spPr/>
        <p:txBody>
          <a:bodyPr/>
          <a:p>
            <a:fld id="{8EFE7A72-6755-4B7D-BCC6-8B4BD304165C}" type="slidenum">
              <a:t>&lt;#&gt;</a:t>
            </a:fld>
          </a:p>
        </p:txBody>
      </p:sp>
      <p:sp>
        <p:nvSpPr>
          <p:cNvPr id="8" name="PlaceHolder 7"/>
          <p:cNvSpPr>
            <a:spLocks noGrp="1"/>
          </p:cNvSpPr>
          <p:nvPr>
            <p:ph type="dt" idx="23"/>
          </p:nvPr>
        </p:nvSpPr>
        <p:spPr/>
        <p:txBody>
          <a:bodyPr/>
          <a:p>
            <a:r>
              <a:rPr lang="es-AR"/>
              <a:t/>
            </a: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5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54"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55"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56"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4"/>
          </p:nvPr>
        </p:nvSpPr>
        <p:spPr/>
        <p:txBody>
          <a:bodyPr/>
          <a:p>
            <a:r>
              <a:t>Footer</a:t>
            </a:r>
          </a:p>
        </p:txBody>
      </p:sp>
      <p:sp>
        <p:nvSpPr>
          <p:cNvPr id="7" name="PlaceHolder 6"/>
          <p:cNvSpPr>
            <a:spLocks noGrp="1"/>
          </p:cNvSpPr>
          <p:nvPr>
            <p:ph type="sldNum" idx="22"/>
          </p:nvPr>
        </p:nvSpPr>
        <p:spPr/>
        <p:txBody>
          <a:bodyPr/>
          <a:p>
            <a:fld id="{12DD9291-6396-4FAD-B63D-09D7CD0C69B8}" type="slidenum">
              <a:t>&lt;#&gt;</a:t>
            </a:fld>
          </a:p>
        </p:txBody>
      </p:sp>
      <p:sp>
        <p:nvSpPr>
          <p:cNvPr id="8" name="PlaceHolder 7"/>
          <p:cNvSpPr>
            <a:spLocks noGrp="1"/>
          </p:cNvSpPr>
          <p:nvPr>
            <p:ph type="dt" idx="23"/>
          </p:nvPr>
        </p:nvSpPr>
        <p:spPr/>
        <p:txBody>
          <a:bodyPr/>
          <a:p>
            <a:r>
              <a:rPr lang="es-AR"/>
              <a:t/>
            </a: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5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58"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59"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60"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4"/>
          </p:nvPr>
        </p:nvSpPr>
        <p:spPr/>
        <p:txBody>
          <a:bodyPr/>
          <a:p>
            <a:r>
              <a:t>Footer</a:t>
            </a:r>
          </a:p>
        </p:txBody>
      </p:sp>
      <p:sp>
        <p:nvSpPr>
          <p:cNvPr id="7" name="PlaceHolder 6"/>
          <p:cNvSpPr>
            <a:spLocks noGrp="1"/>
          </p:cNvSpPr>
          <p:nvPr>
            <p:ph type="sldNum" idx="22"/>
          </p:nvPr>
        </p:nvSpPr>
        <p:spPr/>
        <p:txBody>
          <a:bodyPr/>
          <a:p>
            <a:fld id="{421C2389-086E-4264-9A3C-7A0D2B57B24A}" type="slidenum">
              <a:t>&lt;#&gt;</a:t>
            </a:fld>
          </a:p>
        </p:txBody>
      </p:sp>
      <p:sp>
        <p:nvSpPr>
          <p:cNvPr id="8" name="PlaceHolder 7"/>
          <p:cNvSpPr>
            <a:spLocks noGrp="1"/>
          </p:cNvSpPr>
          <p:nvPr>
            <p:ph type="dt" idx="23"/>
          </p:nvPr>
        </p:nvSpPr>
        <p:spPr/>
        <p:txBody>
          <a:bodyPr/>
          <a:p>
            <a:r>
              <a:rPr lang="es-AR"/>
              <a:t/>
            </a: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61"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62"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63"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24"/>
          </p:nvPr>
        </p:nvSpPr>
        <p:spPr/>
        <p:txBody>
          <a:bodyPr/>
          <a:p>
            <a:r>
              <a:t>Footer</a:t>
            </a:r>
          </a:p>
        </p:txBody>
      </p:sp>
      <p:sp>
        <p:nvSpPr>
          <p:cNvPr id="6" name="PlaceHolder 5"/>
          <p:cNvSpPr>
            <a:spLocks noGrp="1"/>
          </p:cNvSpPr>
          <p:nvPr>
            <p:ph type="sldNum" idx="22"/>
          </p:nvPr>
        </p:nvSpPr>
        <p:spPr/>
        <p:txBody>
          <a:bodyPr/>
          <a:p>
            <a:fld id="{B4C96AE1-C6C8-4651-A39B-9186A6A2DC3B}" type="slidenum">
              <a:t>&lt;#&gt;</a:t>
            </a:fld>
          </a:p>
        </p:txBody>
      </p:sp>
      <p:sp>
        <p:nvSpPr>
          <p:cNvPr id="7" name="PlaceHolder 6"/>
          <p:cNvSpPr>
            <a:spLocks noGrp="1"/>
          </p:cNvSpPr>
          <p:nvPr>
            <p:ph type="dt" idx="23"/>
          </p:nvPr>
        </p:nvSpPr>
        <p:spPr/>
        <p:txBody>
          <a:bodyPr/>
          <a:p>
            <a:r>
              <a:rPr lang="es-AR"/>
              <a:t/>
            </a: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64"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65"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66"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67"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68"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24"/>
          </p:nvPr>
        </p:nvSpPr>
        <p:spPr/>
        <p:txBody>
          <a:bodyPr/>
          <a:p>
            <a:r>
              <a:t>Footer</a:t>
            </a:r>
          </a:p>
        </p:txBody>
      </p:sp>
      <p:sp>
        <p:nvSpPr>
          <p:cNvPr id="8" name="PlaceHolder 7"/>
          <p:cNvSpPr>
            <a:spLocks noGrp="1"/>
          </p:cNvSpPr>
          <p:nvPr>
            <p:ph type="sldNum" idx="22"/>
          </p:nvPr>
        </p:nvSpPr>
        <p:spPr/>
        <p:txBody>
          <a:bodyPr/>
          <a:p>
            <a:fld id="{8EE05A2C-620F-4A83-BF79-9F0719A25793}" type="slidenum">
              <a:t>&lt;#&gt;</a:t>
            </a:fld>
          </a:p>
        </p:txBody>
      </p:sp>
      <p:sp>
        <p:nvSpPr>
          <p:cNvPr id="9" name="PlaceHolder 8"/>
          <p:cNvSpPr>
            <a:spLocks noGrp="1"/>
          </p:cNvSpPr>
          <p:nvPr>
            <p:ph type="dt" idx="23"/>
          </p:nvPr>
        </p:nvSpPr>
        <p:spPr/>
        <p:txBody>
          <a:bodyPr/>
          <a:p>
            <a:r>
              <a:rPr lang="es-AR"/>
              <a:t/>
            </a: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70"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71"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72"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73"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74"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75"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24"/>
          </p:nvPr>
        </p:nvSpPr>
        <p:spPr/>
        <p:txBody>
          <a:bodyPr/>
          <a:p>
            <a:r>
              <a:t>Footer</a:t>
            </a:r>
          </a:p>
        </p:txBody>
      </p:sp>
      <p:sp>
        <p:nvSpPr>
          <p:cNvPr id="10" name="PlaceHolder 9"/>
          <p:cNvSpPr>
            <a:spLocks noGrp="1"/>
          </p:cNvSpPr>
          <p:nvPr>
            <p:ph type="sldNum" idx="22"/>
          </p:nvPr>
        </p:nvSpPr>
        <p:spPr/>
        <p:txBody>
          <a:bodyPr/>
          <a:p>
            <a:fld id="{00C4A0EF-F10B-47C6-BC02-F753A2A97EE3}" type="slidenum">
              <a:t>&lt;#&gt;</a:t>
            </a:fld>
          </a:p>
        </p:txBody>
      </p:sp>
      <p:sp>
        <p:nvSpPr>
          <p:cNvPr id="11" name="PlaceHolder 10"/>
          <p:cNvSpPr>
            <a:spLocks noGrp="1"/>
          </p:cNvSpPr>
          <p:nvPr>
            <p:ph type="dt" idx="23"/>
          </p:nvPr>
        </p:nvSpPr>
        <p:spPr/>
        <p:txBody>
          <a:bodyPr/>
          <a:p>
            <a:r>
              <a:rPr lang="es-AR"/>
              <a:t/>
            </a: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7"/>
          </p:nvPr>
        </p:nvSpPr>
        <p:spPr/>
        <p:txBody>
          <a:bodyPr/>
          <a:p>
            <a:r>
              <a:t>Footer</a:t>
            </a:r>
          </a:p>
        </p:txBody>
      </p:sp>
      <p:sp>
        <p:nvSpPr>
          <p:cNvPr id="3" name="PlaceHolder 2"/>
          <p:cNvSpPr>
            <a:spLocks noGrp="1"/>
          </p:cNvSpPr>
          <p:nvPr>
            <p:ph type="sldNum" idx="25"/>
          </p:nvPr>
        </p:nvSpPr>
        <p:spPr/>
        <p:txBody>
          <a:bodyPr/>
          <a:p>
            <a:fld id="{D245EA13-8DE9-4A32-AE4D-BBED5195D22B}" type="slidenum">
              <a:t>&lt;#&gt;</a:t>
            </a:fld>
          </a:p>
        </p:txBody>
      </p:sp>
      <p:sp>
        <p:nvSpPr>
          <p:cNvPr id="4" name="PlaceHolder 3"/>
          <p:cNvSpPr>
            <a:spLocks noGrp="1"/>
          </p:cNvSpPr>
          <p:nvPr>
            <p:ph type="dt" idx="26"/>
          </p:nvPr>
        </p:nvSpPr>
        <p:spPr/>
        <p:txBody>
          <a:bodyPr/>
          <a:p>
            <a:r>
              <a:rPr lang="es-AR"/>
              <a:t/>
            </a:r>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8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90"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27"/>
          </p:nvPr>
        </p:nvSpPr>
        <p:spPr/>
        <p:txBody>
          <a:bodyPr/>
          <a:p>
            <a:r>
              <a:t>Footer</a:t>
            </a:r>
          </a:p>
        </p:txBody>
      </p:sp>
      <p:sp>
        <p:nvSpPr>
          <p:cNvPr id="5" name="PlaceHolder 4"/>
          <p:cNvSpPr>
            <a:spLocks noGrp="1"/>
          </p:cNvSpPr>
          <p:nvPr>
            <p:ph type="sldNum" idx="25"/>
          </p:nvPr>
        </p:nvSpPr>
        <p:spPr/>
        <p:txBody>
          <a:bodyPr/>
          <a:p>
            <a:fld id="{EA349183-8B6B-4215-AD62-2C249586E678}" type="slidenum">
              <a:t>&lt;#&gt;</a:t>
            </a:fld>
          </a:p>
        </p:txBody>
      </p:sp>
      <p:sp>
        <p:nvSpPr>
          <p:cNvPr id="6" name="PlaceHolder 5"/>
          <p:cNvSpPr>
            <a:spLocks noGrp="1"/>
          </p:cNvSpPr>
          <p:nvPr>
            <p:ph type="dt" idx="26"/>
          </p:nvPr>
        </p:nvSpPr>
        <p:spPr/>
        <p:txBody>
          <a:bodyPr/>
          <a:p>
            <a:r>
              <a:rPr lang="es-AR"/>
              <a:t/>
            </a: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1"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92"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27"/>
          </p:nvPr>
        </p:nvSpPr>
        <p:spPr/>
        <p:txBody>
          <a:bodyPr/>
          <a:p>
            <a:r>
              <a:t>Footer</a:t>
            </a:r>
          </a:p>
        </p:txBody>
      </p:sp>
      <p:sp>
        <p:nvSpPr>
          <p:cNvPr id="5" name="PlaceHolder 4"/>
          <p:cNvSpPr>
            <a:spLocks noGrp="1"/>
          </p:cNvSpPr>
          <p:nvPr>
            <p:ph type="sldNum" idx="25"/>
          </p:nvPr>
        </p:nvSpPr>
        <p:spPr/>
        <p:txBody>
          <a:bodyPr/>
          <a:p>
            <a:fld id="{B2070F2D-F825-48CB-AE49-C791CFC604DD}" type="slidenum">
              <a:t>&lt;#&gt;</a:t>
            </a:fld>
          </a:p>
        </p:txBody>
      </p:sp>
      <p:sp>
        <p:nvSpPr>
          <p:cNvPr id="6" name="PlaceHolder 5"/>
          <p:cNvSpPr>
            <a:spLocks noGrp="1"/>
          </p:cNvSpPr>
          <p:nvPr>
            <p:ph type="dt" idx="26"/>
          </p:nvPr>
        </p:nvSpPr>
        <p:spPr/>
        <p:txBody>
          <a:bodyPr/>
          <a:p>
            <a:r>
              <a:rPr lang="es-AR"/>
              <a:t/>
            </a: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9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94"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395"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27"/>
          </p:nvPr>
        </p:nvSpPr>
        <p:spPr/>
        <p:txBody>
          <a:bodyPr/>
          <a:p>
            <a:r>
              <a:t>Footer</a:t>
            </a:r>
          </a:p>
        </p:txBody>
      </p:sp>
      <p:sp>
        <p:nvSpPr>
          <p:cNvPr id="6" name="PlaceHolder 5"/>
          <p:cNvSpPr>
            <a:spLocks noGrp="1"/>
          </p:cNvSpPr>
          <p:nvPr>
            <p:ph type="sldNum" idx="25"/>
          </p:nvPr>
        </p:nvSpPr>
        <p:spPr/>
        <p:txBody>
          <a:bodyPr/>
          <a:p>
            <a:fld id="{EE1A02BB-70FB-4C91-B695-E40F6EA2B4F8}" type="slidenum">
              <a:t>&lt;#&gt;</a:t>
            </a:fld>
          </a:p>
        </p:txBody>
      </p:sp>
      <p:sp>
        <p:nvSpPr>
          <p:cNvPr id="7" name="PlaceHolder 6"/>
          <p:cNvSpPr>
            <a:spLocks noGrp="1"/>
          </p:cNvSpPr>
          <p:nvPr>
            <p:ph type="dt" idx="26"/>
          </p:nvPr>
        </p:nvSpPr>
        <p:spPr/>
        <p:txBody>
          <a:bodyPr/>
          <a:p>
            <a:r>
              <a:rPr lang="es-AR"/>
              <a:t/>
            </a: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27"/>
          </p:nvPr>
        </p:nvSpPr>
        <p:spPr/>
        <p:txBody>
          <a:bodyPr/>
          <a:p>
            <a:r>
              <a:t>Footer</a:t>
            </a:r>
          </a:p>
        </p:txBody>
      </p:sp>
      <p:sp>
        <p:nvSpPr>
          <p:cNvPr id="4" name="PlaceHolder 3"/>
          <p:cNvSpPr>
            <a:spLocks noGrp="1"/>
          </p:cNvSpPr>
          <p:nvPr>
            <p:ph type="sldNum" idx="25"/>
          </p:nvPr>
        </p:nvSpPr>
        <p:spPr/>
        <p:txBody>
          <a:bodyPr/>
          <a:p>
            <a:fld id="{035F546F-2F05-4C6A-B740-BCD1D36F7D9B}" type="slidenum">
              <a:t>&lt;#&gt;</a:t>
            </a:fld>
          </a:p>
        </p:txBody>
      </p:sp>
      <p:sp>
        <p:nvSpPr>
          <p:cNvPr id="5" name="PlaceHolder 4"/>
          <p:cNvSpPr>
            <a:spLocks noGrp="1"/>
          </p:cNvSpPr>
          <p:nvPr>
            <p:ph type="dt" idx="26"/>
          </p:nvPr>
        </p:nvSpPr>
        <p:spPr/>
        <p:txBody>
          <a:bodyPr/>
          <a:p>
            <a:r>
              <a:rPr lang="es-AR"/>
              <a:t/>
            </a: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97"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27"/>
          </p:nvPr>
        </p:nvSpPr>
        <p:spPr/>
        <p:txBody>
          <a:bodyPr/>
          <a:p>
            <a:r>
              <a:t>Footer</a:t>
            </a:r>
          </a:p>
        </p:txBody>
      </p:sp>
      <p:sp>
        <p:nvSpPr>
          <p:cNvPr id="4" name="PlaceHolder 3"/>
          <p:cNvSpPr>
            <a:spLocks noGrp="1"/>
          </p:cNvSpPr>
          <p:nvPr>
            <p:ph type="sldNum" idx="25"/>
          </p:nvPr>
        </p:nvSpPr>
        <p:spPr/>
        <p:txBody>
          <a:bodyPr/>
          <a:p>
            <a:fld id="{905EF051-7CD9-4CF9-8A66-29F41E0EB6EF}" type="slidenum">
              <a:t>&lt;#&gt;</a:t>
            </a:fld>
          </a:p>
        </p:txBody>
      </p:sp>
      <p:sp>
        <p:nvSpPr>
          <p:cNvPr id="5" name="PlaceHolder 4"/>
          <p:cNvSpPr>
            <a:spLocks noGrp="1"/>
          </p:cNvSpPr>
          <p:nvPr>
            <p:ph type="dt" idx="26"/>
          </p:nvPr>
        </p:nvSpPr>
        <p:spPr/>
        <p:txBody>
          <a:bodyPr/>
          <a:p>
            <a:r>
              <a:rPr lang="es-AR"/>
              <a:t/>
            </a: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98"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99"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00"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01"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7"/>
          </p:nvPr>
        </p:nvSpPr>
        <p:spPr/>
        <p:txBody>
          <a:bodyPr/>
          <a:p>
            <a:r>
              <a:t>Footer</a:t>
            </a:r>
          </a:p>
        </p:txBody>
      </p:sp>
      <p:sp>
        <p:nvSpPr>
          <p:cNvPr id="7" name="PlaceHolder 6"/>
          <p:cNvSpPr>
            <a:spLocks noGrp="1"/>
          </p:cNvSpPr>
          <p:nvPr>
            <p:ph type="sldNum" idx="25"/>
          </p:nvPr>
        </p:nvSpPr>
        <p:spPr/>
        <p:txBody>
          <a:bodyPr/>
          <a:p>
            <a:fld id="{81DF1BCD-2358-4742-A665-DF23D3BF5748}" type="slidenum">
              <a:t>&lt;#&gt;</a:t>
            </a:fld>
          </a:p>
        </p:txBody>
      </p:sp>
      <p:sp>
        <p:nvSpPr>
          <p:cNvPr id="8" name="PlaceHolder 7"/>
          <p:cNvSpPr>
            <a:spLocks noGrp="1"/>
          </p:cNvSpPr>
          <p:nvPr>
            <p:ph type="dt" idx="26"/>
          </p:nvPr>
        </p:nvSpPr>
        <p:spPr/>
        <p:txBody>
          <a:bodyPr/>
          <a:p>
            <a:r>
              <a:rPr lang="es-AR"/>
              <a:t/>
            </a: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02"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03"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04"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05"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7"/>
          </p:nvPr>
        </p:nvSpPr>
        <p:spPr/>
        <p:txBody>
          <a:bodyPr/>
          <a:p>
            <a:r>
              <a:t>Footer</a:t>
            </a:r>
          </a:p>
        </p:txBody>
      </p:sp>
      <p:sp>
        <p:nvSpPr>
          <p:cNvPr id="7" name="PlaceHolder 6"/>
          <p:cNvSpPr>
            <a:spLocks noGrp="1"/>
          </p:cNvSpPr>
          <p:nvPr>
            <p:ph type="sldNum" idx="25"/>
          </p:nvPr>
        </p:nvSpPr>
        <p:spPr/>
        <p:txBody>
          <a:bodyPr/>
          <a:p>
            <a:fld id="{645F5888-39A7-4983-ABC2-D9DF669AEB2A}" type="slidenum">
              <a:t>&lt;#&gt;</a:t>
            </a:fld>
          </a:p>
        </p:txBody>
      </p:sp>
      <p:sp>
        <p:nvSpPr>
          <p:cNvPr id="8" name="PlaceHolder 7"/>
          <p:cNvSpPr>
            <a:spLocks noGrp="1"/>
          </p:cNvSpPr>
          <p:nvPr>
            <p:ph type="dt" idx="26"/>
          </p:nvPr>
        </p:nvSpPr>
        <p:spPr/>
        <p:txBody>
          <a:bodyPr/>
          <a:p>
            <a:r>
              <a:rPr lang="es-AR"/>
              <a:t/>
            </a: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0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07"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08"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09"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27"/>
          </p:nvPr>
        </p:nvSpPr>
        <p:spPr/>
        <p:txBody>
          <a:bodyPr/>
          <a:p>
            <a:r>
              <a:t>Footer</a:t>
            </a:r>
          </a:p>
        </p:txBody>
      </p:sp>
      <p:sp>
        <p:nvSpPr>
          <p:cNvPr id="7" name="PlaceHolder 6"/>
          <p:cNvSpPr>
            <a:spLocks noGrp="1"/>
          </p:cNvSpPr>
          <p:nvPr>
            <p:ph type="sldNum" idx="25"/>
          </p:nvPr>
        </p:nvSpPr>
        <p:spPr/>
        <p:txBody>
          <a:bodyPr/>
          <a:p>
            <a:fld id="{3B00A44F-BD08-4A80-9B86-D6CA8B0BC03B}" type="slidenum">
              <a:t>&lt;#&gt;</a:t>
            </a:fld>
          </a:p>
        </p:txBody>
      </p:sp>
      <p:sp>
        <p:nvSpPr>
          <p:cNvPr id="8" name="PlaceHolder 7"/>
          <p:cNvSpPr>
            <a:spLocks noGrp="1"/>
          </p:cNvSpPr>
          <p:nvPr>
            <p:ph type="dt" idx="26"/>
          </p:nvPr>
        </p:nvSpPr>
        <p:spPr/>
        <p:txBody>
          <a:bodyPr/>
          <a:p>
            <a:r>
              <a:rPr lang="es-AR"/>
              <a:t/>
            </a: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1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11"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12"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27"/>
          </p:nvPr>
        </p:nvSpPr>
        <p:spPr/>
        <p:txBody>
          <a:bodyPr/>
          <a:p>
            <a:r>
              <a:t>Footer</a:t>
            </a:r>
          </a:p>
        </p:txBody>
      </p:sp>
      <p:sp>
        <p:nvSpPr>
          <p:cNvPr id="6" name="PlaceHolder 5"/>
          <p:cNvSpPr>
            <a:spLocks noGrp="1"/>
          </p:cNvSpPr>
          <p:nvPr>
            <p:ph type="sldNum" idx="25"/>
          </p:nvPr>
        </p:nvSpPr>
        <p:spPr/>
        <p:txBody>
          <a:bodyPr/>
          <a:p>
            <a:fld id="{11376F55-137F-4BB4-8E7D-E67B025F1302}" type="slidenum">
              <a:t>&lt;#&gt;</a:t>
            </a:fld>
          </a:p>
        </p:txBody>
      </p:sp>
      <p:sp>
        <p:nvSpPr>
          <p:cNvPr id="7" name="PlaceHolder 6"/>
          <p:cNvSpPr>
            <a:spLocks noGrp="1"/>
          </p:cNvSpPr>
          <p:nvPr>
            <p:ph type="dt" idx="26"/>
          </p:nvPr>
        </p:nvSpPr>
        <p:spPr/>
        <p:txBody>
          <a:bodyPr/>
          <a:p>
            <a:r>
              <a:rPr lang="es-AR"/>
              <a:t/>
            </a: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1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14"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15"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16"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17"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27"/>
          </p:nvPr>
        </p:nvSpPr>
        <p:spPr/>
        <p:txBody>
          <a:bodyPr/>
          <a:p>
            <a:r>
              <a:t>Footer</a:t>
            </a:r>
          </a:p>
        </p:txBody>
      </p:sp>
      <p:sp>
        <p:nvSpPr>
          <p:cNvPr id="8" name="PlaceHolder 7"/>
          <p:cNvSpPr>
            <a:spLocks noGrp="1"/>
          </p:cNvSpPr>
          <p:nvPr>
            <p:ph type="sldNum" idx="25"/>
          </p:nvPr>
        </p:nvSpPr>
        <p:spPr/>
        <p:txBody>
          <a:bodyPr/>
          <a:p>
            <a:fld id="{F9EECFBA-4E7F-4D8F-B5E6-520749094298}" type="slidenum">
              <a:t>&lt;#&gt;</a:t>
            </a:fld>
          </a:p>
        </p:txBody>
      </p:sp>
      <p:sp>
        <p:nvSpPr>
          <p:cNvPr id="9" name="PlaceHolder 8"/>
          <p:cNvSpPr>
            <a:spLocks noGrp="1"/>
          </p:cNvSpPr>
          <p:nvPr>
            <p:ph type="dt" idx="26"/>
          </p:nvPr>
        </p:nvSpPr>
        <p:spPr/>
        <p:txBody>
          <a:bodyPr/>
          <a:p>
            <a:r>
              <a:rPr lang="es-AR"/>
              <a:t/>
            </a: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18"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19"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20"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21"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22"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23"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24"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27"/>
          </p:nvPr>
        </p:nvSpPr>
        <p:spPr/>
        <p:txBody>
          <a:bodyPr/>
          <a:p>
            <a:r>
              <a:t>Footer</a:t>
            </a:r>
          </a:p>
        </p:txBody>
      </p:sp>
      <p:sp>
        <p:nvSpPr>
          <p:cNvPr id="10" name="PlaceHolder 9"/>
          <p:cNvSpPr>
            <a:spLocks noGrp="1"/>
          </p:cNvSpPr>
          <p:nvPr>
            <p:ph type="sldNum" idx="25"/>
          </p:nvPr>
        </p:nvSpPr>
        <p:spPr/>
        <p:txBody>
          <a:bodyPr/>
          <a:p>
            <a:fld id="{6C44EA36-D202-4D73-9D98-44D7182DF7C3}" type="slidenum">
              <a:t>&lt;#&gt;</a:t>
            </a:fld>
          </a:p>
        </p:txBody>
      </p:sp>
      <p:sp>
        <p:nvSpPr>
          <p:cNvPr id="11" name="PlaceHolder 10"/>
          <p:cNvSpPr>
            <a:spLocks noGrp="1"/>
          </p:cNvSpPr>
          <p:nvPr>
            <p:ph type="dt" idx="26"/>
          </p:nvPr>
        </p:nvSpPr>
        <p:spPr/>
        <p:txBody>
          <a:bodyPr/>
          <a:p>
            <a:r>
              <a:rPr lang="es-AR"/>
              <a:t/>
            </a: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0"/>
          </p:nvPr>
        </p:nvSpPr>
        <p:spPr/>
        <p:txBody>
          <a:bodyPr/>
          <a:p>
            <a:r>
              <a:t>Footer</a:t>
            </a:r>
          </a:p>
        </p:txBody>
      </p:sp>
      <p:sp>
        <p:nvSpPr>
          <p:cNvPr id="3" name="PlaceHolder 2"/>
          <p:cNvSpPr>
            <a:spLocks noGrp="1"/>
          </p:cNvSpPr>
          <p:nvPr>
            <p:ph type="sldNum" idx="28"/>
          </p:nvPr>
        </p:nvSpPr>
        <p:spPr/>
        <p:txBody>
          <a:bodyPr/>
          <a:p>
            <a:fld id="{B96DC495-4368-40C6-9EBC-DABA7794EFDA}" type="slidenum">
              <a:t>&lt;#&gt;</a:t>
            </a:fld>
          </a:p>
        </p:txBody>
      </p:sp>
      <p:sp>
        <p:nvSpPr>
          <p:cNvPr id="4" name="PlaceHolder 3"/>
          <p:cNvSpPr>
            <a:spLocks noGrp="1"/>
          </p:cNvSpPr>
          <p:nvPr>
            <p:ph type="dt" idx="29"/>
          </p:nvPr>
        </p:nvSpPr>
        <p:spPr/>
        <p:txBody>
          <a:bodyPr/>
          <a:p>
            <a:r>
              <a:rPr lang="es-AR"/>
              <a:t/>
            </a:r>
          </a:p>
        </p:txBody>
      </p:sp>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6"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37" name="PlaceHolder 2"/>
          <p:cNvSpPr>
            <a:spLocks noGrp="1"/>
          </p:cNvSpPr>
          <p:nvPr>
            <p:ph type="subTitle"/>
          </p:nvPr>
        </p:nvSpPr>
        <p:spPr>
          <a:xfrm>
            <a:off x="1101600" y="1845720"/>
            <a:ext cx="10098720" cy="4023000"/>
          </a:xfrm>
          <a:prstGeom prst="rect">
            <a:avLst/>
          </a:prstGeom>
          <a:noFill/>
          <a:ln w="0">
            <a:noFill/>
          </a:ln>
        </p:spPr>
        <p:txBody>
          <a:bodyPr lIns="0" rIns="0" tIns="0" bIns="0" anchor="ctr">
            <a:noAutofit/>
          </a:bodyPr>
          <a:p>
            <a:pPr indent="0" algn="ctr">
              <a:buNone/>
            </a:pPr>
            <a:endParaRPr b="0" lang="es-AR" sz="3200" spc="-1" strike="noStrike">
              <a:solidFill>
                <a:srgbClr val="000000"/>
              </a:solidFill>
              <a:latin typeface="Arial"/>
            </a:endParaRPr>
          </a:p>
        </p:txBody>
      </p:sp>
      <p:sp>
        <p:nvSpPr>
          <p:cNvPr id="4" name="PlaceHolder 3"/>
          <p:cNvSpPr>
            <a:spLocks noGrp="1"/>
          </p:cNvSpPr>
          <p:nvPr>
            <p:ph type="ftr" idx="30"/>
          </p:nvPr>
        </p:nvSpPr>
        <p:spPr/>
        <p:txBody>
          <a:bodyPr/>
          <a:p>
            <a:r>
              <a:t>Footer</a:t>
            </a:r>
          </a:p>
        </p:txBody>
      </p:sp>
      <p:sp>
        <p:nvSpPr>
          <p:cNvPr id="5" name="PlaceHolder 4"/>
          <p:cNvSpPr>
            <a:spLocks noGrp="1"/>
          </p:cNvSpPr>
          <p:nvPr>
            <p:ph type="sldNum" idx="28"/>
          </p:nvPr>
        </p:nvSpPr>
        <p:spPr/>
        <p:txBody>
          <a:bodyPr/>
          <a:p>
            <a:fld id="{E90C2B98-5643-47B1-A578-2681822CECAC}" type="slidenum">
              <a:t>&lt;#&gt;</a:t>
            </a:fld>
          </a:p>
        </p:txBody>
      </p:sp>
      <p:sp>
        <p:nvSpPr>
          <p:cNvPr id="6" name="PlaceHolder 5"/>
          <p:cNvSpPr>
            <a:spLocks noGrp="1"/>
          </p:cNvSpPr>
          <p:nvPr>
            <p:ph type="dt" idx="29"/>
          </p:nvPr>
        </p:nvSpPr>
        <p:spPr/>
        <p:txBody>
          <a:bodyPr/>
          <a:p>
            <a:r>
              <a:rPr lang="es-AR"/>
              <a:t/>
            </a: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38"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39" name="PlaceHolder 2"/>
          <p:cNvSpPr>
            <a:spLocks noGrp="1"/>
          </p:cNvSpPr>
          <p:nvPr>
            <p:ph/>
          </p:nvPr>
        </p:nvSpPr>
        <p:spPr>
          <a:xfrm>
            <a:off x="1101600" y="1845720"/>
            <a:ext cx="1009872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 name="PlaceHolder 3"/>
          <p:cNvSpPr>
            <a:spLocks noGrp="1"/>
          </p:cNvSpPr>
          <p:nvPr>
            <p:ph type="ftr" idx="30"/>
          </p:nvPr>
        </p:nvSpPr>
        <p:spPr/>
        <p:txBody>
          <a:bodyPr/>
          <a:p>
            <a:r>
              <a:t>Footer</a:t>
            </a:r>
          </a:p>
        </p:txBody>
      </p:sp>
      <p:sp>
        <p:nvSpPr>
          <p:cNvPr id="5" name="PlaceHolder 4"/>
          <p:cNvSpPr>
            <a:spLocks noGrp="1"/>
          </p:cNvSpPr>
          <p:nvPr>
            <p:ph type="sldNum" idx="28"/>
          </p:nvPr>
        </p:nvSpPr>
        <p:spPr/>
        <p:txBody>
          <a:bodyPr/>
          <a:p>
            <a:fld id="{42AE3BC8-6ED4-4CD0-ACA3-6BCD3726D550}" type="slidenum">
              <a:t>&lt;#&gt;</a:t>
            </a:fld>
          </a:p>
        </p:txBody>
      </p:sp>
      <p:sp>
        <p:nvSpPr>
          <p:cNvPr id="6" name="PlaceHolder 5"/>
          <p:cNvSpPr>
            <a:spLocks noGrp="1"/>
          </p:cNvSpPr>
          <p:nvPr>
            <p:ph type="dt" idx="29"/>
          </p:nvPr>
        </p:nvSpPr>
        <p:spPr/>
        <p:txBody>
          <a:bodyPr/>
          <a:p>
            <a:r>
              <a:rPr lang="es-AR"/>
              <a:t/>
            </a: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41"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42"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30"/>
          </p:nvPr>
        </p:nvSpPr>
        <p:spPr/>
        <p:txBody>
          <a:bodyPr/>
          <a:p>
            <a:r>
              <a:t>Footer</a:t>
            </a:r>
          </a:p>
        </p:txBody>
      </p:sp>
      <p:sp>
        <p:nvSpPr>
          <p:cNvPr id="6" name="PlaceHolder 5"/>
          <p:cNvSpPr>
            <a:spLocks noGrp="1"/>
          </p:cNvSpPr>
          <p:nvPr>
            <p:ph type="sldNum" idx="28"/>
          </p:nvPr>
        </p:nvSpPr>
        <p:spPr/>
        <p:txBody>
          <a:bodyPr/>
          <a:p>
            <a:fld id="{CBBB719D-6A11-4BB1-86AE-5B7D081D0D08}" type="slidenum">
              <a:t>&lt;#&gt;</a:t>
            </a:fld>
          </a:p>
        </p:txBody>
      </p:sp>
      <p:sp>
        <p:nvSpPr>
          <p:cNvPr id="7" name="PlaceHolder 6"/>
          <p:cNvSpPr>
            <a:spLocks noGrp="1"/>
          </p:cNvSpPr>
          <p:nvPr>
            <p:ph type="dt" idx="29"/>
          </p:nvPr>
        </p:nvSpPr>
        <p:spPr/>
        <p:txBody>
          <a:bodyPr/>
          <a:p>
            <a:r>
              <a:rPr lang="es-AR"/>
              <a:t/>
            </a: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3" name="PlaceHolder 2"/>
          <p:cNvSpPr>
            <a:spLocks noGrp="1"/>
          </p:cNvSpPr>
          <p:nvPr>
            <p:ph type="ftr" idx="30"/>
          </p:nvPr>
        </p:nvSpPr>
        <p:spPr/>
        <p:txBody>
          <a:bodyPr/>
          <a:p>
            <a:r>
              <a:t>Footer</a:t>
            </a:r>
          </a:p>
        </p:txBody>
      </p:sp>
      <p:sp>
        <p:nvSpPr>
          <p:cNvPr id="4" name="PlaceHolder 3"/>
          <p:cNvSpPr>
            <a:spLocks noGrp="1"/>
          </p:cNvSpPr>
          <p:nvPr>
            <p:ph type="sldNum" idx="28"/>
          </p:nvPr>
        </p:nvSpPr>
        <p:spPr/>
        <p:txBody>
          <a:bodyPr/>
          <a:p>
            <a:fld id="{6AF62560-6A22-4F17-BC5C-4F3CF34530B1}" type="slidenum">
              <a:t>&lt;#&gt;</a:t>
            </a:fld>
          </a:p>
        </p:txBody>
      </p:sp>
      <p:sp>
        <p:nvSpPr>
          <p:cNvPr id="5" name="PlaceHolder 4"/>
          <p:cNvSpPr>
            <a:spLocks noGrp="1"/>
          </p:cNvSpPr>
          <p:nvPr>
            <p:ph type="dt" idx="29"/>
          </p:nvPr>
        </p:nvSpPr>
        <p:spPr/>
        <p:txBody>
          <a:bodyPr/>
          <a:p>
            <a:r>
              <a:rPr lang="es-AR"/>
              <a:t/>
            </a: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44" name="PlaceHolder 1"/>
          <p:cNvSpPr>
            <a:spLocks noGrp="1"/>
          </p:cNvSpPr>
          <p:nvPr>
            <p:ph type="subTitle"/>
          </p:nvPr>
        </p:nvSpPr>
        <p:spPr>
          <a:xfrm>
            <a:off x="1101600" y="286560"/>
            <a:ext cx="10098720" cy="6724800"/>
          </a:xfrm>
          <a:prstGeom prst="rect">
            <a:avLst/>
          </a:prstGeom>
          <a:noFill/>
          <a:ln w="0">
            <a:noFill/>
          </a:ln>
        </p:spPr>
        <p:txBody>
          <a:bodyPr lIns="0" rIns="0" tIns="0" bIns="0" anchor="ctr">
            <a:noAutofit/>
          </a:bodyPr>
          <a:p>
            <a:pPr algn="ctr"/>
            <a:endParaRPr b="0" lang="es-AR" sz="3200" spc="-1" strike="noStrike">
              <a:solidFill>
                <a:srgbClr val="000000"/>
              </a:solidFill>
              <a:latin typeface="Arial"/>
            </a:endParaRPr>
          </a:p>
        </p:txBody>
      </p:sp>
      <p:sp>
        <p:nvSpPr>
          <p:cNvPr id="3" name="PlaceHolder 2"/>
          <p:cNvSpPr>
            <a:spLocks noGrp="1"/>
          </p:cNvSpPr>
          <p:nvPr>
            <p:ph type="ftr" idx="30"/>
          </p:nvPr>
        </p:nvSpPr>
        <p:spPr/>
        <p:txBody>
          <a:bodyPr/>
          <a:p>
            <a:r>
              <a:t>Footer</a:t>
            </a:r>
          </a:p>
        </p:txBody>
      </p:sp>
      <p:sp>
        <p:nvSpPr>
          <p:cNvPr id="4" name="PlaceHolder 3"/>
          <p:cNvSpPr>
            <a:spLocks noGrp="1"/>
          </p:cNvSpPr>
          <p:nvPr>
            <p:ph type="sldNum" idx="28"/>
          </p:nvPr>
        </p:nvSpPr>
        <p:spPr/>
        <p:txBody>
          <a:bodyPr/>
          <a:p>
            <a:fld id="{319C16BF-3932-42E1-866F-4DA4D3790D2E}" type="slidenum">
              <a:t>&lt;#&gt;</a:t>
            </a:fld>
          </a:p>
        </p:txBody>
      </p:sp>
      <p:sp>
        <p:nvSpPr>
          <p:cNvPr id="5" name="PlaceHolder 4"/>
          <p:cNvSpPr>
            <a:spLocks noGrp="1"/>
          </p:cNvSpPr>
          <p:nvPr>
            <p:ph type="dt" idx="29"/>
          </p:nvPr>
        </p:nvSpPr>
        <p:spPr/>
        <p:txBody>
          <a:bodyPr/>
          <a:p>
            <a:r>
              <a:rPr lang="es-AR"/>
              <a:t/>
            </a: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45"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46"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47" name="PlaceHolder 3"/>
          <p:cNvSpPr>
            <a:spLocks noGrp="1"/>
          </p:cNvSpPr>
          <p:nvPr>
            <p:ph/>
          </p:nvPr>
        </p:nvSpPr>
        <p:spPr>
          <a:xfrm>
            <a:off x="6276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48"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30"/>
          </p:nvPr>
        </p:nvSpPr>
        <p:spPr/>
        <p:txBody>
          <a:bodyPr/>
          <a:p>
            <a:r>
              <a:t>Footer</a:t>
            </a:r>
          </a:p>
        </p:txBody>
      </p:sp>
      <p:sp>
        <p:nvSpPr>
          <p:cNvPr id="7" name="PlaceHolder 6"/>
          <p:cNvSpPr>
            <a:spLocks noGrp="1"/>
          </p:cNvSpPr>
          <p:nvPr>
            <p:ph type="sldNum" idx="28"/>
          </p:nvPr>
        </p:nvSpPr>
        <p:spPr/>
        <p:txBody>
          <a:bodyPr/>
          <a:p>
            <a:fld id="{461C4809-FE8E-463E-9EDE-294F182DABCD}" type="slidenum">
              <a:t>&lt;#&gt;</a:t>
            </a:fld>
          </a:p>
        </p:txBody>
      </p:sp>
      <p:sp>
        <p:nvSpPr>
          <p:cNvPr id="8" name="PlaceHolder 7"/>
          <p:cNvSpPr>
            <a:spLocks noGrp="1"/>
          </p:cNvSpPr>
          <p:nvPr>
            <p:ph type="dt" idx="29"/>
          </p:nvPr>
        </p:nvSpPr>
        <p:spPr/>
        <p:txBody>
          <a:bodyPr/>
          <a:p>
            <a:r>
              <a:rPr lang="es-AR"/>
              <a:t/>
            </a: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49"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50" name="PlaceHolder 2"/>
          <p:cNvSpPr>
            <a:spLocks noGrp="1"/>
          </p:cNvSpPr>
          <p:nvPr>
            <p:ph/>
          </p:nvPr>
        </p:nvSpPr>
        <p:spPr>
          <a:xfrm>
            <a:off x="1101600" y="1845720"/>
            <a:ext cx="4928040" cy="40230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51"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52" name="PlaceHolder 4"/>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30"/>
          </p:nvPr>
        </p:nvSpPr>
        <p:spPr/>
        <p:txBody>
          <a:bodyPr/>
          <a:p>
            <a:r>
              <a:t>Footer</a:t>
            </a:r>
          </a:p>
        </p:txBody>
      </p:sp>
      <p:sp>
        <p:nvSpPr>
          <p:cNvPr id="7" name="PlaceHolder 6"/>
          <p:cNvSpPr>
            <a:spLocks noGrp="1"/>
          </p:cNvSpPr>
          <p:nvPr>
            <p:ph type="sldNum" idx="28"/>
          </p:nvPr>
        </p:nvSpPr>
        <p:spPr/>
        <p:txBody>
          <a:bodyPr/>
          <a:p>
            <a:fld id="{D13EA605-64C4-477F-AB38-D705BA1876B3}" type="slidenum">
              <a:t>&lt;#&gt;</a:t>
            </a:fld>
          </a:p>
        </p:txBody>
      </p:sp>
      <p:sp>
        <p:nvSpPr>
          <p:cNvPr id="8" name="PlaceHolder 7"/>
          <p:cNvSpPr>
            <a:spLocks noGrp="1"/>
          </p:cNvSpPr>
          <p:nvPr>
            <p:ph type="dt" idx="29"/>
          </p:nvPr>
        </p:nvSpPr>
        <p:spPr/>
        <p:txBody>
          <a:bodyPr/>
          <a:p>
            <a:r>
              <a:rPr lang="es-AR"/>
              <a:t/>
            </a: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53"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54"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55"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56" name="PlaceHolder 4"/>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6" name="PlaceHolder 5"/>
          <p:cNvSpPr>
            <a:spLocks noGrp="1"/>
          </p:cNvSpPr>
          <p:nvPr>
            <p:ph type="ftr" idx="30"/>
          </p:nvPr>
        </p:nvSpPr>
        <p:spPr/>
        <p:txBody>
          <a:bodyPr/>
          <a:p>
            <a:r>
              <a:t>Footer</a:t>
            </a:r>
          </a:p>
        </p:txBody>
      </p:sp>
      <p:sp>
        <p:nvSpPr>
          <p:cNvPr id="7" name="PlaceHolder 6"/>
          <p:cNvSpPr>
            <a:spLocks noGrp="1"/>
          </p:cNvSpPr>
          <p:nvPr>
            <p:ph type="sldNum" idx="28"/>
          </p:nvPr>
        </p:nvSpPr>
        <p:spPr/>
        <p:txBody>
          <a:bodyPr/>
          <a:p>
            <a:fld id="{B6F106EE-B214-4E03-9399-537E85635F3C}" type="slidenum">
              <a:t>&lt;#&gt;</a:t>
            </a:fld>
          </a:p>
        </p:txBody>
      </p:sp>
      <p:sp>
        <p:nvSpPr>
          <p:cNvPr id="8" name="PlaceHolder 7"/>
          <p:cNvSpPr>
            <a:spLocks noGrp="1"/>
          </p:cNvSpPr>
          <p:nvPr>
            <p:ph type="dt" idx="29"/>
          </p:nvPr>
        </p:nvSpPr>
        <p:spPr/>
        <p:txBody>
          <a:bodyPr/>
          <a:p>
            <a:r>
              <a:rPr lang="es-AR"/>
              <a:t/>
            </a: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57"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58" name="PlaceHolder 2"/>
          <p:cNvSpPr>
            <a:spLocks noGrp="1"/>
          </p:cNvSpPr>
          <p:nvPr>
            <p:ph/>
          </p:nvPr>
        </p:nvSpPr>
        <p:spPr>
          <a:xfrm>
            <a:off x="1101600" y="184572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59" name="PlaceHolder 3"/>
          <p:cNvSpPr>
            <a:spLocks noGrp="1"/>
          </p:cNvSpPr>
          <p:nvPr>
            <p:ph/>
          </p:nvPr>
        </p:nvSpPr>
        <p:spPr>
          <a:xfrm>
            <a:off x="1101600" y="3947040"/>
            <a:ext cx="100987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5" name="PlaceHolder 4"/>
          <p:cNvSpPr>
            <a:spLocks noGrp="1"/>
          </p:cNvSpPr>
          <p:nvPr>
            <p:ph type="ftr" idx="30"/>
          </p:nvPr>
        </p:nvSpPr>
        <p:spPr/>
        <p:txBody>
          <a:bodyPr/>
          <a:p>
            <a:r>
              <a:t>Footer</a:t>
            </a:r>
          </a:p>
        </p:txBody>
      </p:sp>
      <p:sp>
        <p:nvSpPr>
          <p:cNvPr id="6" name="PlaceHolder 5"/>
          <p:cNvSpPr>
            <a:spLocks noGrp="1"/>
          </p:cNvSpPr>
          <p:nvPr>
            <p:ph type="sldNum" idx="28"/>
          </p:nvPr>
        </p:nvSpPr>
        <p:spPr/>
        <p:txBody>
          <a:bodyPr/>
          <a:p>
            <a:fld id="{6129AE80-09B8-420D-89ED-7A2B90A6BEB8}" type="slidenum">
              <a:t>&lt;#&gt;</a:t>
            </a:fld>
          </a:p>
        </p:txBody>
      </p:sp>
      <p:sp>
        <p:nvSpPr>
          <p:cNvPr id="7" name="PlaceHolder 6"/>
          <p:cNvSpPr>
            <a:spLocks noGrp="1"/>
          </p:cNvSpPr>
          <p:nvPr>
            <p:ph type="dt" idx="29"/>
          </p:nvPr>
        </p:nvSpPr>
        <p:spPr/>
        <p:txBody>
          <a:bodyPr/>
          <a:p>
            <a:r>
              <a:rPr lang="es-AR"/>
              <a:t/>
            </a: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60"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61" name="PlaceHolder 2"/>
          <p:cNvSpPr>
            <a:spLocks noGrp="1"/>
          </p:cNvSpPr>
          <p:nvPr>
            <p:ph/>
          </p:nvPr>
        </p:nvSpPr>
        <p:spPr>
          <a:xfrm>
            <a:off x="1101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62" name="PlaceHolder 3"/>
          <p:cNvSpPr>
            <a:spLocks noGrp="1"/>
          </p:cNvSpPr>
          <p:nvPr>
            <p:ph/>
          </p:nvPr>
        </p:nvSpPr>
        <p:spPr>
          <a:xfrm>
            <a:off x="6276600" y="184572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63" name="PlaceHolder 4"/>
          <p:cNvSpPr>
            <a:spLocks noGrp="1"/>
          </p:cNvSpPr>
          <p:nvPr>
            <p:ph/>
          </p:nvPr>
        </p:nvSpPr>
        <p:spPr>
          <a:xfrm>
            <a:off x="1101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64" name="PlaceHolder 5"/>
          <p:cNvSpPr>
            <a:spLocks noGrp="1"/>
          </p:cNvSpPr>
          <p:nvPr>
            <p:ph/>
          </p:nvPr>
        </p:nvSpPr>
        <p:spPr>
          <a:xfrm>
            <a:off x="6276600" y="3947040"/>
            <a:ext cx="492804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7" name="PlaceHolder 6"/>
          <p:cNvSpPr>
            <a:spLocks noGrp="1"/>
          </p:cNvSpPr>
          <p:nvPr>
            <p:ph type="ftr" idx="30"/>
          </p:nvPr>
        </p:nvSpPr>
        <p:spPr/>
        <p:txBody>
          <a:bodyPr/>
          <a:p>
            <a:r>
              <a:t>Footer</a:t>
            </a:r>
          </a:p>
        </p:txBody>
      </p:sp>
      <p:sp>
        <p:nvSpPr>
          <p:cNvPr id="8" name="PlaceHolder 7"/>
          <p:cNvSpPr>
            <a:spLocks noGrp="1"/>
          </p:cNvSpPr>
          <p:nvPr>
            <p:ph type="sldNum" idx="28"/>
          </p:nvPr>
        </p:nvSpPr>
        <p:spPr/>
        <p:txBody>
          <a:bodyPr/>
          <a:p>
            <a:fld id="{EEDEA034-A8C7-41F0-8D13-4EA7706FDEE2}" type="slidenum">
              <a:t>&lt;#&gt;</a:t>
            </a:fld>
          </a:p>
        </p:txBody>
      </p:sp>
      <p:sp>
        <p:nvSpPr>
          <p:cNvPr id="9" name="PlaceHolder 8"/>
          <p:cNvSpPr>
            <a:spLocks noGrp="1"/>
          </p:cNvSpPr>
          <p:nvPr>
            <p:ph type="dt" idx="29"/>
          </p:nvPr>
        </p:nvSpPr>
        <p:spPr/>
        <p:txBody>
          <a:bodyPr/>
          <a:p>
            <a:r>
              <a:rPr lang="es-AR"/>
              <a:t/>
            </a: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65" name="PlaceHolder 1"/>
          <p:cNvSpPr>
            <a:spLocks noGrp="1"/>
          </p:cNvSpPr>
          <p:nvPr>
            <p:ph type="title"/>
          </p:nvPr>
        </p:nvSpPr>
        <p:spPr>
          <a:xfrm>
            <a:off x="1101600" y="286560"/>
            <a:ext cx="10098720" cy="1450440"/>
          </a:xfrm>
          <a:prstGeom prst="rect">
            <a:avLst/>
          </a:prstGeom>
          <a:noFill/>
          <a:ln w="0">
            <a:noFill/>
          </a:ln>
        </p:spPr>
        <p:txBody>
          <a:bodyPr lIns="0" rIns="0" tIns="0" bIns="0" anchor="ctr">
            <a:noAutofit/>
          </a:bodyPr>
          <a:p>
            <a:pPr indent="0">
              <a:buNone/>
            </a:pPr>
            <a:endParaRPr b="0" lang="es-AR" sz="1400" spc="-1" strike="noStrike">
              <a:solidFill>
                <a:srgbClr val="000000"/>
              </a:solidFill>
              <a:latin typeface="Arial"/>
            </a:endParaRPr>
          </a:p>
        </p:txBody>
      </p:sp>
      <p:sp>
        <p:nvSpPr>
          <p:cNvPr id="466" name="PlaceHolder 2"/>
          <p:cNvSpPr>
            <a:spLocks noGrp="1"/>
          </p:cNvSpPr>
          <p:nvPr>
            <p:ph/>
          </p:nvPr>
        </p:nvSpPr>
        <p:spPr>
          <a:xfrm>
            <a:off x="11016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67" name="PlaceHolder 3"/>
          <p:cNvSpPr>
            <a:spLocks noGrp="1"/>
          </p:cNvSpPr>
          <p:nvPr>
            <p:ph/>
          </p:nvPr>
        </p:nvSpPr>
        <p:spPr>
          <a:xfrm>
            <a:off x="451620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68" name="PlaceHolder 4"/>
          <p:cNvSpPr>
            <a:spLocks noGrp="1"/>
          </p:cNvSpPr>
          <p:nvPr>
            <p:ph/>
          </p:nvPr>
        </p:nvSpPr>
        <p:spPr>
          <a:xfrm>
            <a:off x="7930440" y="184572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69" name="PlaceHolder 5"/>
          <p:cNvSpPr>
            <a:spLocks noGrp="1"/>
          </p:cNvSpPr>
          <p:nvPr>
            <p:ph/>
          </p:nvPr>
        </p:nvSpPr>
        <p:spPr>
          <a:xfrm>
            <a:off x="11016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70" name="PlaceHolder 6"/>
          <p:cNvSpPr>
            <a:spLocks noGrp="1"/>
          </p:cNvSpPr>
          <p:nvPr>
            <p:ph/>
          </p:nvPr>
        </p:nvSpPr>
        <p:spPr>
          <a:xfrm>
            <a:off x="451620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471" name="PlaceHolder 7"/>
          <p:cNvSpPr>
            <a:spLocks noGrp="1"/>
          </p:cNvSpPr>
          <p:nvPr>
            <p:ph/>
          </p:nvPr>
        </p:nvSpPr>
        <p:spPr>
          <a:xfrm>
            <a:off x="7930440" y="3947040"/>
            <a:ext cx="3251520" cy="1918800"/>
          </a:xfrm>
          <a:prstGeom prst="rect">
            <a:avLst/>
          </a:prstGeom>
          <a:noFill/>
          <a:ln w="0">
            <a:noFill/>
          </a:ln>
        </p:spPr>
        <p:txBody>
          <a:bodyPr lIns="0" rIns="0" tIns="0" bIns="0" anchor="t">
            <a:normAutofit/>
          </a:bodyPr>
          <a:p>
            <a:pPr indent="0">
              <a:spcBef>
                <a:spcPts val="1417"/>
              </a:spcBef>
              <a:buNone/>
            </a:pPr>
            <a:endParaRPr b="0" lang="es-AR" sz="1400" spc="-1" strike="noStrike">
              <a:solidFill>
                <a:srgbClr val="000000"/>
              </a:solidFill>
              <a:latin typeface="Arial"/>
            </a:endParaRPr>
          </a:p>
        </p:txBody>
      </p:sp>
      <p:sp>
        <p:nvSpPr>
          <p:cNvPr id="9" name="PlaceHolder 8"/>
          <p:cNvSpPr>
            <a:spLocks noGrp="1"/>
          </p:cNvSpPr>
          <p:nvPr>
            <p:ph type="ftr" idx="30"/>
          </p:nvPr>
        </p:nvSpPr>
        <p:spPr/>
        <p:txBody>
          <a:bodyPr/>
          <a:p>
            <a:r>
              <a:t>Footer</a:t>
            </a:r>
          </a:p>
        </p:txBody>
      </p:sp>
      <p:sp>
        <p:nvSpPr>
          <p:cNvPr id="10" name="PlaceHolder 9"/>
          <p:cNvSpPr>
            <a:spLocks noGrp="1"/>
          </p:cNvSpPr>
          <p:nvPr>
            <p:ph type="sldNum" idx="28"/>
          </p:nvPr>
        </p:nvSpPr>
        <p:spPr/>
        <p:txBody>
          <a:bodyPr/>
          <a:p>
            <a:fld id="{8500E4F8-81F8-4B83-A72E-810F89679905}" type="slidenum">
              <a:t>&lt;#&gt;</a:t>
            </a:fld>
          </a:p>
        </p:txBody>
      </p:sp>
      <p:sp>
        <p:nvSpPr>
          <p:cNvPr id="11" name="PlaceHolder 10"/>
          <p:cNvSpPr>
            <a:spLocks noGrp="1"/>
          </p:cNvSpPr>
          <p:nvPr>
            <p:ph type="dt" idx="29"/>
          </p:nvPr>
        </p:nvSpPr>
        <p:spPr/>
        <p:txBody>
          <a:bodyPr/>
          <a:p>
            <a:r>
              <a:rPr lang="es-A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9" Type="http://schemas.openxmlformats.org/officeDocument/2006/relationships/slideLayout" Target="../slideLayouts/slideLayout116.xml"/><Relationship Id="rId10" Type="http://schemas.openxmlformats.org/officeDocument/2006/relationships/slideLayout" Target="../slideLayouts/slideLayout117.xml"/><Relationship Id="rId11" Type="http://schemas.openxmlformats.org/officeDocument/2006/relationships/slideLayout" Target="../slideLayouts/slideLayout118.xml"/><Relationship Id="rId12" Type="http://schemas.openxmlformats.org/officeDocument/2006/relationships/slideLayout" Target="../slideLayouts/slideLayout119.xml"/><Relationship Id="rId13" Type="http://schemas.openxmlformats.org/officeDocument/2006/relationships/slideLayout" Target="../slideLayouts/slideLayout1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bfb"/>
        </a:solidFill>
      </p:bgPr>
    </p:bg>
    <p:spTree>
      <p:nvGrpSpPr>
        <p:cNvPr id="1" name=""/>
        <p:cNvGrpSpPr/>
        <p:nvPr/>
      </p:nvGrpSpPr>
      <p:grpSpPr>
        <a:xfrm>
          <a:off x="0" y="0"/>
          <a:ext cx="0" cy="0"/>
          <a:chOff x="0" y="0"/>
          <a:chExt cx="0" cy="0"/>
        </a:xfrm>
      </p:grpSpPr>
      <p:sp>
        <p:nvSpPr>
          <p:cNvPr id="0" name="Google Shape;10;p3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1" name="Google Shape;11;p3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2" name="Google Shape;16;p31"/>
          <p:cNvCxnSpPr/>
          <p:nvPr/>
        </p:nvCxnSpPr>
        <p:spPr>
          <a:xfrm>
            <a:off x="1198080" y="1737720"/>
            <a:ext cx="10007640" cy="360"/>
          </a:xfrm>
          <a:prstGeom prst="straightConnector1">
            <a:avLst/>
          </a:prstGeom>
          <a:ln w="9525">
            <a:solidFill>
              <a:srgbClr val="7f7f7f"/>
            </a:solidFill>
            <a:round/>
          </a:ln>
        </p:spPr>
      </p:cxnSp>
      <p:sp>
        <p:nvSpPr>
          <p:cNvPr id="3" name="PlaceHolder 1"/>
          <p:cNvSpPr>
            <a:spLocks noGrp="1"/>
          </p:cNvSpPr>
          <p:nvPr>
            <p:ph type="title"/>
          </p:nvPr>
        </p:nvSpPr>
        <p:spPr>
          <a:xfrm>
            <a:off x="656640" y="4737600"/>
            <a:ext cx="10823760" cy="613080"/>
          </a:xfrm>
          <a:prstGeom prst="rect">
            <a:avLst/>
          </a:prstGeom>
          <a:noFill/>
          <a:ln w="0">
            <a:noFill/>
          </a:ln>
        </p:spPr>
        <p:txBody>
          <a:bodyPr anchor="b">
            <a:noAutofit/>
          </a:bodyPr>
          <a:p>
            <a:pPr indent="0">
              <a:buNone/>
            </a:pPr>
            <a:r>
              <a:rPr b="0" lang="es-AR" sz="3300" spc="-1" strike="noStrike">
                <a:solidFill>
                  <a:srgbClr val="000000"/>
                </a:solidFill>
                <a:latin typeface="Arial"/>
              </a:rPr>
              <a:t>Pulse </a:t>
            </a:r>
            <a:r>
              <a:rPr b="0" lang="es-AR" sz="3300" spc="-1" strike="noStrike">
                <a:solidFill>
                  <a:srgbClr val="000000"/>
                </a:solidFill>
                <a:latin typeface="Arial"/>
              </a:rPr>
              <a:t>para </a:t>
            </a:r>
            <a:r>
              <a:rPr b="0" lang="es-AR" sz="3300" spc="-1" strike="noStrike">
                <a:solidFill>
                  <a:srgbClr val="000000"/>
                </a:solidFill>
                <a:latin typeface="Arial"/>
              </a:rPr>
              <a:t>editar </a:t>
            </a:r>
            <a:r>
              <a:rPr b="0" lang="es-AR" sz="3300" spc="-1" strike="noStrike">
                <a:solidFill>
                  <a:srgbClr val="000000"/>
                </a:solidFill>
                <a:latin typeface="Arial"/>
              </a:rPr>
              <a:t>el </a:t>
            </a:r>
            <a:r>
              <a:rPr b="0" lang="es-AR" sz="3300" spc="-1" strike="noStrike">
                <a:solidFill>
                  <a:srgbClr val="000000"/>
                </a:solidFill>
                <a:latin typeface="Arial"/>
              </a:rPr>
              <a:t>formato </a:t>
            </a:r>
            <a:r>
              <a:rPr b="0" lang="es-AR" sz="3300" spc="-1" strike="noStrike">
                <a:solidFill>
                  <a:srgbClr val="000000"/>
                </a:solidFill>
                <a:latin typeface="Arial"/>
              </a:rPr>
              <a:t>del </a:t>
            </a:r>
            <a:r>
              <a:rPr b="0" lang="es-AR" sz="3300" spc="-1" strike="noStrike">
                <a:solidFill>
                  <a:srgbClr val="000000"/>
                </a:solidFill>
                <a:latin typeface="Arial"/>
              </a:rPr>
              <a:t>texto </a:t>
            </a:r>
            <a:r>
              <a:rPr b="0" lang="es-AR" sz="3300" spc="-1" strike="noStrike">
                <a:solidFill>
                  <a:srgbClr val="000000"/>
                </a:solidFill>
                <a:latin typeface="Arial"/>
              </a:rPr>
              <a:t>de </a:t>
            </a:r>
            <a:r>
              <a:rPr b="0" lang="es-AR" sz="3300" spc="-1" strike="noStrike">
                <a:solidFill>
                  <a:srgbClr val="000000"/>
                </a:solidFill>
                <a:latin typeface="Arial"/>
              </a:rPr>
              <a:t>título</a:t>
            </a:r>
            <a:endParaRPr b="0" lang="es-AR" sz="3300" spc="-1" strike="noStrike">
              <a:solidFill>
                <a:srgbClr val="000000"/>
              </a:solidFill>
              <a:latin typeface="Arial"/>
            </a:endParaRPr>
          </a:p>
        </p:txBody>
      </p:sp>
      <p:sp>
        <p:nvSpPr>
          <p:cNvPr id="4" name="PlaceHolder 2"/>
          <p:cNvSpPr>
            <a:spLocks noGrp="1"/>
          </p:cNvSpPr>
          <p:nvPr>
            <p:ph type="body"/>
          </p:nvPr>
        </p:nvSpPr>
        <p:spPr>
          <a:xfrm>
            <a:off x="656640" y="5487840"/>
            <a:ext cx="9266400" cy="533160"/>
          </a:xfrm>
          <a:prstGeom prst="rect">
            <a:avLst/>
          </a:prstGeom>
          <a:noFill/>
          <a:ln w="0">
            <a:noFill/>
          </a:ln>
        </p:spPr>
        <p:txBody>
          <a:bodyPr lIns="0" rIns="0" anchor="t">
            <a:normAutofit fontScale="19000"/>
          </a:bodyPr>
          <a:p>
            <a:pPr marL="82080" indent="-6156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164160" indent="-6156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246240" indent="-5472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328320" indent="-4104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410400" indent="-4104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492480" indent="-4104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574560" indent="-4104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5" name="PlaceHolder 3"/>
          <p:cNvSpPr>
            <a:spLocks noGrp="1"/>
          </p:cNvSpPr>
          <p:nvPr>
            <p:ph type="dt" idx="1"/>
          </p:nvPr>
        </p:nvSpPr>
        <p:spPr>
          <a:xfrm>
            <a:off x="3224160" y="6481080"/>
            <a:ext cx="4131000" cy="228240"/>
          </a:xfrm>
          <a:prstGeom prst="rect">
            <a:avLst/>
          </a:prstGeom>
          <a:noFill/>
          <a:ln w="0">
            <a:noFill/>
          </a:ln>
        </p:spPr>
        <p:txBody>
          <a:bodyPr anchor="ctr">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6" name="PlaceHolder 4"/>
          <p:cNvSpPr>
            <a:spLocks noGrp="1"/>
          </p:cNvSpPr>
          <p:nvPr>
            <p:ph type="ftr" idx="2"/>
          </p:nvPr>
        </p:nvSpPr>
        <p:spPr>
          <a:xfrm>
            <a:off x="688680" y="6481080"/>
            <a:ext cx="2250360" cy="301680"/>
          </a:xfrm>
          <a:prstGeom prst="rect">
            <a:avLst/>
          </a:prstGeom>
          <a:noFill/>
          <a:ln w="0">
            <a:noFill/>
          </a:ln>
        </p:spPr>
        <p:txBody>
          <a:bodyPr anchor="ctr">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7" name="PlaceHolder 5"/>
          <p:cNvSpPr>
            <a:spLocks noGrp="1"/>
          </p:cNvSpPr>
          <p:nvPr>
            <p:ph type="sldNum" idx="3"/>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chemeClr val="accent6"/>
                </a:solidFill>
                <a:latin typeface="Calibri"/>
                <a:ea typeface="Calibri"/>
              </a:defRPr>
            </a:lvl1pPr>
          </a:lstStyle>
          <a:p>
            <a:pPr indent="0" algn="r">
              <a:lnSpc>
                <a:spcPct val="100000"/>
              </a:lnSpc>
              <a:buNone/>
              <a:tabLst>
                <a:tab algn="l" pos="0"/>
              </a:tabLst>
            </a:pPr>
            <a:fld id="{492EB5E6-58B1-4F15-AEC0-9F6664532749}" type="slidenum">
              <a:rPr b="0" lang="es-ES" sz="1050" spc="-1" strike="noStrike">
                <a:solidFill>
                  <a:schemeClr val="accent6"/>
                </a:solidFill>
                <a:latin typeface="Calibri"/>
                <a:ea typeface="Calibri"/>
              </a:rPr>
              <a:t>&lt;número&gt;</a:t>
            </a:fld>
            <a:endParaRPr b="0" lang="es-AR" sz="1050" spc="-1" strike="noStrike">
              <a:solidFill>
                <a:srgbClr val="000000"/>
              </a:solidFill>
              <a:latin typeface="Times New Roman"/>
            </a:endParaRPr>
          </a:p>
        </p:txBody>
      </p:sp>
      <p:pic>
        <p:nvPicPr>
          <p:cNvPr id="8" name="Google Shape;23;p32" descr="2"/>
          <p:cNvPicPr/>
          <p:nvPr/>
        </p:nvPicPr>
        <p:blipFill>
          <a:blip r:embed="rId2"/>
          <a:srcRect l="8461" t="0" r="0" b="0"/>
          <a:stretch/>
        </p:blipFill>
        <p:spPr>
          <a:xfrm>
            <a:off x="23760" y="0"/>
            <a:ext cx="12193200" cy="4277520"/>
          </a:xfrm>
          <a:prstGeom prst="rect">
            <a:avLst/>
          </a:prstGeom>
          <a:ln w="0">
            <a:noFill/>
          </a:ln>
        </p:spPr>
      </p:pic>
      <p:sp>
        <p:nvSpPr>
          <p:cNvPr id="9" name="Google Shape;24;p32"/>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bfb"/>
        </a:solidFill>
      </p:bgPr>
    </p:bg>
    <p:spTree>
      <p:nvGrpSpPr>
        <p:cNvPr id="1" name=""/>
        <p:cNvGrpSpPr/>
        <p:nvPr/>
      </p:nvGrpSpPr>
      <p:grpSpPr>
        <a:xfrm>
          <a:off x="0" y="0"/>
          <a:ext cx="0" cy="0"/>
          <a:chOff x="0" y="0"/>
          <a:chExt cx="0" cy="0"/>
        </a:xfrm>
      </p:grpSpPr>
      <p:sp>
        <p:nvSpPr>
          <p:cNvPr id="46" name="Google Shape;10;p3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47" name="Google Shape;11;p3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48" name="Google Shape;16;p31"/>
          <p:cNvCxnSpPr/>
          <p:nvPr/>
        </p:nvCxnSpPr>
        <p:spPr>
          <a:xfrm>
            <a:off x="1198080" y="1737720"/>
            <a:ext cx="10007640" cy="360"/>
          </a:xfrm>
          <a:prstGeom prst="straightConnector1">
            <a:avLst/>
          </a:prstGeom>
          <a:ln w="9525">
            <a:solidFill>
              <a:srgbClr val="7f7f7f"/>
            </a:solidFill>
            <a:round/>
          </a:ln>
        </p:spPr>
      </p:cxnSp>
      <p:sp>
        <p:nvSpPr>
          <p:cNvPr id="49" name="PlaceHolder 1"/>
          <p:cNvSpPr>
            <a:spLocks noGrp="1"/>
          </p:cNvSpPr>
          <p:nvPr>
            <p:ph type="title"/>
          </p:nvPr>
        </p:nvSpPr>
        <p:spPr>
          <a:xfrm>
            <a:off x="1101600" y="286560"/>
            <a:ext cx="10098720" cy="1450440"/>
          </a:xfrm>
          <a:prstGeom prst="rect">
            <a:avLst/>
          </a:prstGeom>
          <a:noFill/>
          <a:ln w="0">
            <a:noFill/>
          </a:ln>
        </p:spPr>
        <p:txBody>
          <a:bodyPr anchor="b">
            <a:normAutofit fontScale="96000"/>
          </a:bodyPr>
          <a:p>
            <a:pPr indent="0">
              <a:buNone/>
            </a:pPr>
            <a:r>
              <a:rPr b="0" lang="es-AR" sz="4800" spc="-1" strike="noStrike">
                <a:solidFill>
                  <a:srgbClr val="000000"/>
                </a:solidFill>
                <a:latin typeface="Arial"/>
              </a:rPr>
              <a:t>Pulse para editar el formato del texto de título</a:t>
            </a:r>
            <a:endParaRPr b="0" lang="es-AR" sz="4800" spc="-1" strike="noStrike">
              <a:solidFill>
                <a:srgbClr val="000000"/>
              </a:solidFill>
              <a:latin typeface="Arial"/>
            </a:endParaRPr>
          </a:p>
        </p:txBody>
      </p:sp>
      <p:sp>
        <p:nvSpPr>
          <p:cNvPr id="50" name="PlaceHolder 2"/>
          <p:cNvSpPr>
            <a:spLocks noGrp="1"/>
          </p:cNvSpPr>
          <p:nvPr>
            <p:ph type="body"/>
          </p:nvPr>
        </p:nvSpPr>
        <p:spPr>
          <a:xfrm>
            <a:off x="1101600" y="1845720"/>
            <a:ext cx="10098720" cy="4023000"/>
          </a:xfrm>
          <a:prstGeom prst="rect">
            <a:avLst/>
          </a:prstGeom>
          <a:noFill/>
          <a:ln w="0">
            <a:noFill/>
          </a:ln>
        </p:spPr>
        <p:txBody>
          <a:bodyPr lIns="0" rIns="0" anchor="t">
            <a:normAutofit/>
          </a:bodyPr>
          <a:p>
            <a:pPr marL="432000" indent="-324000">
              <a:spcBef>
                <a:spcPts val="1417"/>
              </a:spcBef>
              <a:buClr>
                <a:srgbClr val="000000"/>
              </a:buClr>
              <a:buSzPct val="45000"/>
              <a:buFont typeface="Wingdings" charset="2"/>
              <a:buChar char=""/>
            </a:pPr>
            <a:r>
              <a:rPr b="0" lang="es-AR" sz="2000" spc="-1" strike="noStrike">
                <a:solidFill>
                  <a:srgbClr val="000000"/>
                </a:solidFill>
                <a:latin typeface="Arial"/>
              </a:rPr>
              <a:t>Pulse para editar el formato de texto del esquema</a:t>
            </a:r>
            <a:endParaRPr b="0" lang="es-AR" sz="2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2000" spc="-1" strike="noStrike">
                <a:solidFill>
                  <a:srgbClr val="000000"/>
                </a:solidFill>
                <a:latin typeface="Arial"/>
              </a:rPr>
              <a:t>Segundo nivel del esquema</a:t>
            </a:r>
            <a:endParaRPr b="0" lang="es-AR"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2000" spc="-1" strike="noStrike">
                <a:solidFill>
                  <a:srgbClr val="000000"/>
                </a:solidFill>
                <a:latin typeface="Arial"/>
              </a:rPr>
              <a:t>Tercer nivel del esquema</a:t>
            </a:r>
            <a:endParaRPr b="0" lang="es-AR"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2000" spc="-1" strike="noStrike">
                <a:solidFill>
                  <a:srgbClr val="000000"/>
                </a:solidFill>
                <a:latin typeface="Arial"/>
              </a:rPr>
              <a:t>Cuarto nivel del esquema</a:t>
            </a:r>
            <a:endParaRPr b="0" lang="es-A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sp>
        <p:nvSpPr>
          <p:cNvPr id="51" name="PlaceHolder 3"/>
          <p:cNvSpPr>
            <a:spLocks noGrp="1"/>
          </p:cNvSpPr>
          <p:nvPr>
            <p:ph type="dt" idx="4"/>
          </p:nvPr>
        </p:nvSpPr>
        <p:spPr>
          <a:xfrm>
            <a:off x="1101600" y="6459840"/>
            <a:ext cx="2481840" cy="364680"/>
          </a:xfrm>
          <a:prstGeom prst="rect">
            <a:avLst/>
          </a:prstGeom>
          <a:noFill/>
          <a:ln w="0">
            <a:noFill/>
          </a:ln>
        </p:spPr>
        <p:txBody>
          <a:bodyPr anchor="ctr">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52" name="PlaceHolder 4"/>
          <p:cNvSpPr>
            <a:spLocks noGrp="1"/>
          </p:cNvSpPr>
          <p:nvPr>
            <p:ph type="ftr" idx="5"/>
          </p:nvPr>
        </p:nvSpPr>
        <p:spPr>
          <a:xfrm>
            <a:off x="3701160" y="6459840"/>
            <a:ext cx="4842000" cy="364680"/>
          </a:xfrm>
          <a:prstGeom prst="rect">
            <a:avLst/>
          </a:prstGeom>
          <a:noFill/>
          <a:ln w="0">
            <a:noFill/>
          </a:ln>
        </p:spPr>
        <p:txBody>
          <a:bodyPr anchor="ctr">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53" name="PlaceHolder 5"/>
          <p:cNvSpPr>
            <a:spLocks noGrp="1"/>
          </p:cNvSpPr>
          <p:nvPr>
            <p:ph type="sldNum" idx="6"/>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EEDE4BF2-0155-441A-A83D-FF48388B5750}"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54" name="Google Shape;31;p34"/>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bfb"/>
        </a:solidFill>
      </p:bgPr>
    </p:bg>
    <p:spTree>
      <p:nvGrpSpPr>
        <p:cNvPr id="1" name=""/>
        <p:cNvGrpSpPr/>
        <p:nvPr/>
      </p:nvGrpSpPr>
      <p:grpSpPr>
        <a:xfrm>
          <a:off x="0" y="0"/>
          <a:ext cx="0" cy="0"/>
          <a:chOff x="0" y="0"/>
          <a:chExt cx="0" cy="0"/>
        </a:xfrm>
      </p:grpSpPr>
      <p:sp>
        <p:nvSpPr>
          <p:cNvPr id="91" name="Google Shape;10;p31" hidden="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92" name="Google Shape;11;p31" hidden="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93" name="Google Shape;16;p31"/>
          <p:cNvCxnSpPr/>
          <p:nvPr/>
        </p:nvCxnSpPr>
        <p:spPr>
          <a:xfrm>
            <a:off x="1198080" y="1737720"/>
            <a:ext cx="10007640" cy="360"/>
          </a:xfrm>
          <a:prstGeom prst="straightConnector1">
            <a:avLst/>
          </a:prstGeom>
          <a:ln w="9525">
            <a:solidFill>
              <a:srgbClr val="7f7f7f"/>
            </a:solidFill>
            <a:round/>
          </a:ln>
        </p:spPr>
      </p:cxnSp>
      <p:sp>
        <p:nvSpPr>
          <p:cNvPr id="94" name="Google Shape;33;p33"/>
          <p:cNvSpPr/>
          <p:nvPr/>
        </p:nvSpPr>
        <p:spPr>
          <a:xfrm>
            <a:off x="3240" y="6400800"/>
            <a:ext cx="1223784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95" name="Google Shape;34;p33"/>
          <p:cNvSpPr/>
          <p:nvPr/>
        </p:nvSpPr>
        <p:spPr>
          <a:xfrm>
            <a:off x="0" y="6334200"/>
            <a:ext cx="12237840" cy="63720"/>
          </a:xfrm>
          <a:prstGeom prst="rect">
            <a:avLst/>
          </a:prstGeom>
          <a:solidFill>
            <a:schemeClr val="accent1"/>
          </a:solidFill>
          <a:ln w="0">
            <a:noFill/>
          </a:ln>
        </p:spPr>
        <p:style>
          <a:lnRef idx="0"/>
          <a:fillRef idx="0"/>
          <a:effectRef idx="0"/>
          <a:fontRef idx="minor"/>
        </p:style>
        <p:txBody>
          <a:bodyPr tIns="32040" bIns="320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96" name="PlaceHolder 1"/>
          <p:cNvSpPr>
            <a:spLocks noGrp="1"/>
          </p:cNvSpPr>
          <p:nvPr>
            <p:ph type="title"/>
          </p:nvPr>
        </p:nvSpPr>
        <p:spPr>
          <a:xfrm>
            <a:off x="1101600" y="758880"/>
            <a:ext cx="10098720" cy="3565800"/>
          </a:xfrm>
          <a:prstGeom prst="rect">
            <a:avLst/>
          </a:prstGeom>
          <a:noFill/>
          <a:ln w="0">
            <a:noFill/>
          </a:ln>
        </p:spPr>
        <p:txBody>
          <a:bodyPr anchor="b">
            <a:normAutofit fontScale="97000"/>
          </a:bodyPr>
          <a:p>
            <a:pPr indent="0">
              <a:buNone/>
            </a:pPr>
            <a:r>
              <a:rPr b="0" lang="es-AR" sz="8000" spc="-1" strike="noStrike">
                <a:solidFill>
                  <a:srgbClr val="000000"/>
                </a:solidFill>
                <a:latin typeface="Arial"/>
              </a:rPr>
              <a:t>Pulse para editar el formato del texto de título</a:t>
            </a:r>
            <a:endParaRPr b="0" lang="es-AR" sz="8000" spc="-1" strike="noStrike">
              <a:solidFill>
                <a:srgbClr val="000000"/>
              </a:solidFill>
              <a:latin typeface="Arial"/>
            </a:endParaRPr>
          </a:p>
        </p:txBody>
      </p:sp>
      <p:sp>
        <p:nvSpPr>
          <p:cNvPr id="97" name="PlaceHolder 2"/>
          <p:cNvSpPr>
            <a:spLocks noGrp="1"/>
          </p:cNvSpPr>
          <p:nvPr>
            <p:ph type="body"/>
          </p:nvPr>
        </p:nvSpPr>
        <p:spPr>
          <a:xfrm>
            <a:off x="1101600" y="4453200"/>
            <a:ext cx="10098720" cy="1142640"/>
          </a:xfrm>
          <a:prstGeom prst="rect">
            <a:avLst/>
          </a:prstGeom>
          <a:noFill/>
          <a:ln w="0">
            <a:noFill/>
          </a:ln>
        </p:spPr>
        <p:txBody>
          <a:bodyPr anchor="t">
            <a:normAutofit fontScale="36000"/>
          </a:bodyPr>
          <a:p>
            <a:pPr marL="155520" indent="-116640">
              <a:spcBef>
                <a:spcPts val="1417"/>
              </a:spcBef>
              <a:buClr>
                <a:srgbClr val="000000"/>
              </a:buClr>
              <a:buSzPct val="45000"/>
              <a:buFont typeface="Wingdings" charset="2"/>
              <a:buChar char=""/>
            </a:pPr>
            <a:r>
              <a:rPr b="0" lang="es-AR" sz="2400" spc="-1" strike="noStrike">
                <a:solidFill>
                  <a:srgbClr val="000000"/>
                </a:solidFill>
                <a:latin typeface="Arial"/>
              </a:rPr>
              <a:t>Pulse para editar el formato de texto del esquema</a:t>
            </a:r>
            <a:endParaRPr b="0" lang="es-AR" sz="2400" spc="-1" strike="noStrike">
              <a:solidFill>
                <a:srgbClr val="000000"/>
              </a:solidFill>
              <a:latin typeface="Arial"/>
            </a:endParaRPr>
          </a:p>
          <a:p>
            <a:pPr lvl="1" marL="311040" indent="-116640">
              <a:spcBef>
                <a:spcPts val="1134"/>
              </a:spcBef>
              <a:buClr>
                <a:srgbClr val="000000"/>
              </a:buClr>
              <a:buSzPct val="75000"/>
              <a:buFont typeface="Symbol" charset="2"/>
              <a:buChar char=""/>
            </a:pPr>
            <a:r>
              <a:rPr b="0" lang="es-AR" sz="2400" spc="-1" strike="noStrike">
                <a:solidFill>
                  <a:srgbClr val="000000"/>
                </a:solidFill>
                <a:latin typeface="Arial"/>
              </a:rPr>
              <a:t>Segundo nivel del esquema</a:t>
            </a:r>
            <a:endParaRPr b="0" lang="es-AR" sz="2400" spc="-1" strike="noStrike">
              <a:solidFill>
                <a:srgbClr val="000000"/>
              </a:solidFill>
              <a:latin typeface="Arial"/>
            </a:endParaRPr>
          </a:p>
          <a:p>
            <a:pPr lvl="2" marL="466560" indent="-103680">
              <a:spcBef>
                <a:spcPts val="850"/>
              </a:spcBef>
              <a:buClr>
                <a:srgbClr val="000000"/>
              </a:buClr>
              <a:buSzPct val="45000"/>
              <a:buFont typeface="Wingdings" charset="2"/>
              <a:buChar char=""/>
            </a:pPr>
            <a:r>
              <a:rPr b="0" lang="es-AR" sz="2400" spc="-1" strike="noStrike">
                <a:solidFill>
                  <a:srgbClr val="000000"/>
                </a:solidFill>
                <a:latin typeface="Arial"/>
              </a:rPr>
              <a:t>Tercer nivel del esquema</a:t>
            </a:r>
            <a:endParaRPr b="0" lang="es-AR" sz="2400" spc="-1" strike="noStrike">
              <a:solidFill>
                <a:srgbClr val="000000"/>
              </a:solidFill>
              <a:latin typeface="Arial"/>
            </a:endParaRPr>
          </a:p>
          <a:p>
            <a:pPr lvl="3" marL="622080" indent="-77760">
              <a:spcBef>
                <a:spcPts val="567"/>
              </a:spcBef>
              <a:buClr>
                <a:srgbClr val="000000"/>
              </a:buClr>
              <a:buSzPct val="75000"/>
              <a:buFont typeface="Symbol" charset="2"/>
              <a:buChar char=""/>
            </a:pPr>
            <a:r>
              <a:rPr b="0" lang="es-AR" sz="2400" spc="-1" strike="noStrike">
                <a:solidFill>
                  <a:srgbClr val="000000"/>
                </a:solidFill>
                <a:latin typeface="Arial"/>
              </a:rPr>
              <a:t>Cuarto nivel del esquema</a:t>
            </a:r>
            <a:endParaRPr b="0" lang="es-AR" sz="2400" spc="-1" strike="noStrike">
              <a:solidFill>
                <a:srgbClr val="000000"/>
              </a:solidFill>
              <a:latin typeface="Arial"/>
            </a:endParaRPr>
          </a:p>
          <a:p>
            <a:pPr lvl="4" marL="777600" indent="-77760">
              <a:spcBef>
                <a:spcPts val="283"/>
              </a:spcBef>
              <a:buClr>
                <a:srgbClr val="000000"/>
              </a:buClr>
              <a:buSzPct val="45000"/>
              <a:buFont typeface="Wingdings" charset="2"/>
              <a:buChar char=""/>
            </a:pPr>
            <a:r>
              <a:rPr b="0" lang="es-AR" sz="2400" spc="-1" strike="noStrike">
                <a:solidFill>
                  <a:srgbClr val="000000"/>
                </a:solidFill>
                <a:latin typeface="Arial"/>
              </a:rPr>
              <a:t>Quinto nivel del esquema</a:t>
            </a:r>
            <a:endParaRPr b="0" lang="es-AR" sz="2400" spc="-1" strike="noStrike">
              <a:solidFill>
                <a:srgbClr val="000000"/>
              </a:solidFill>
              <a:latin typeface="Arial"/>
            </a:endParaRPr>
          </a:p>
          <a:p>
            <a:pPr lvl="5" marL="933120" indent="-77760">
              <a:spcBef>
                <a:spcPts val="283"/>
              </a:spcBef>
              <a:buClr>
                <a:srgbClr val="000000"/>
              </a:buClr>
              <a:buSzPct val="45000"/>
              <a:buFont typeface="Wingdings" charset="2"/>
              <a:buChar char=""/>
            </a:pPr>
            <a:r>
              <a:rPr b="0" lang="es-AR" sz="2400" spc="-1" strike="noStrike">
                <a:solidFill>
                  <a:srgbClr val="000000"/>
                </a:solidFill>
                <a:latin typeface="Arial"/>
              </a:rPr>
              <a:t>Sexto nivel del esquema</a:t>
            </a:r>
            <a:endParaRPr b="0" lang="es-AR" sz="2400" spc="-1" strike="noStrike">
              <a:solidFill>
                <a:srgbClr val="000000"/>
              </a:solidFill>
              <a:latin typeface="Arial"/>
            </a:endParaRPr>
          </a:p>
          <a:p>
            <a:pPr lvl="6" marL="1088640" indent="-77760">
              <a:spcBef>
                <a:spcPts val="283"/>
              </a:spcBef>
              <a:buClr>
                <a:srgbClr val="000000"/>
              </a:buClr>
              <a:buSzPct val="45000"/>
              <a:buFont typeface="Wingdings" charset="2"/>
              <a:buChar char=""/>
            </a:pPr>
            <a:r>
              <a:rPr b="0" lang="es-AR" sz="2400" spc="-1" strike="noStrike">
                <a:solidFill>
                  <a:srgbClr val="000000"/>
                </a:solidFill>
                <a:latin typeface="Arial"/>
              </a:rPr>
              <a:t>Séptimo nivel del esquema</a:t>
            </a:r>
            <a:endParaRPr b="0" lang="es-AR" sz="2400" spc="-1" strike="noStrike">
              <a:solidFill>
                <a:srgbClr val="000000"/>
              </a:solidFill>
              <a:latin typeface="Arial"/>
            </a:endParaRPr>
          </a:p>
        </p:txBody>
      </p:sp>
      <p:sp>
        <p:nvSpPr>
          <p:cNvPr id="98" name="PlaceHolder 3"/>
          <p:cNvSpPr>
            <a:spLocks noGrp="1"/>
          </p:cNvSpPr>
          <p:nvPr>
            <p:ph type="dt" idx="7"/>
          </p:nvPr>
        </p:nvSpPr>
        <p:spPr>
          <a:xfrm>
            <a:off x="1101600" y="6459840"/>
            <a:ext cx="2481840" cy="364680"/>
          </a:xfrm>
          <a:prstGeom prst="rect">
            <a:avLst/>
          </a:prstGeom>
          <a:noFill/>
          <a:ln w="0">
            <a:noFill/>
          </a:ln>
        </p:spPr>
        <p:txBody>
          <a:bodyPr anchor="ctr">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99" name="PlaceHolder 4"/>
          <p:cNvSpPr>
            <a:spLocks noGrp="1"/>
          </p:cNvSpPr>
          <p:nvPr>
            <p:ph type="ftr" idx="8"/>
          </p:nvPr>
        </p:nvSpPr>
        <p:spPr>
          <a:xfrm>
            <a:off x="3701160" y="6459840"/>
            <a:ext cx="4842000" cy="364680"/>
          </a:xfrm>
          <a:prstGeom prst="rect">
            <a:avLst/>
          </a:prstGeom>
          <a:noFill/>
          <a:ln w="0">
            <a:noFill/>
          </a:ln>
        </p:spPr>
        <p:txBody>
          <a:bodyPr anchor="ctr">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100" name="PlaceHolder 5"/>
          <p:cNvSpPr>
            <a:spLocks noGrp="1"/>
          </p:cNvSpPr>
          <p:nvPr>
            <p:ph type="sldNum" idx="9"/>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12B337C6-B8E5-4C96-AA3C-6CE161C75C9D}"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cxnSp>
        <p:nvCxnSpPr>
          <p:cNvPr id="101" name="Google Shape;40;p33"/>
          <p:cNvCxnSpPr/>
          <p:nvPr/>
        </p:nvCxnSpPr>
        <p:spPr>
          <a:xfrm>
            <a:off x="1212480" y="4343400"/>
            <a:ext cx="9915480" cy="360"/>
          </a:xfrm>
          <a:prstGeom prst="straightConnector1">
            <a:avLst/>
          </a:prstGeom>
          <a:ln w="9525">
            <a:solidFill>
              <a:srgbClr val="7f7f7f"/>
            </a:solidFill>
            <a:round/>
          </a:ln>
        </p:spPr>
      </p:cxnSp>
      <p:sp>
        <p:nvSpPr>
          <p:cNvPr id="102" name="Google Shape;41;p33"/>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9" name="Google Shape;10;p3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140" name="Google Shape;11;p3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141" name="Google Shape;16;p31"/>
          <p:cNvCxnSpPr/>
          <p:nvPr/>
        </p:nvCxnSpPr>
        <p:spPr>
          <a:xfrm>
            <a:off x="1198080" y="1737720"/>
            <a:ext cx="10007640" cy="360"/>
          </a:xfrm>
          <a:prstGeom prst="straightConnector1">
            <a:avLst/>
          </a:prstGeom>
          <a:ln w="9525">
            <a:solidFill>
              <a:srgbClr val="7f7f7f"/>
            </a:solidFill>
            <a:round/>
          </a:ln>
        </p:spPr>
      </p:cxnSp>
      <p:sp>
        <p:nvSpPr>
          <p:cNvPr id="142"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buNone/>
            </a:pPr>
            <a:r>
              <a:rPr b="0" lang="es-AR" sz="3000" spc="-1" strike="noStrike">
                <a:solidFill>
                  <a:srgbClr val="000000"/>
                </a:solidFill>
                <a:latin typeface="Arial"/>
              </a:rPr>
              <a:t>Pulse para editar el formato del texto de título</a:t>
            </a:r>
            <a:endParaRPr b="0" lang="es-AR" sz="3000" spc="-1" strike="noStrike">
              <a:solidFill>
                <a:srgbClr val="000000"/>
              </a:solidFill>
              <a:latin typeface="Arial"/>
            </a:endParaRPr>
          </a:p>
        </p:txBody>
      </p:sp>
      <p:sp>
        <p:nvSpPr>
          <p:cNvPr id="143" name="PlaceHolder 2"/>
          <p:cNvSpPr>
            <a:spLocks noGrp="1"/>
          </p:cNvSpPr>
          <p:nvPr>
            <p:ph type="sldNum" idx="10"/>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5C9B6BD5-93E1-4A0E-9A94-AA452FED17DF}"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144" name="Google Shape;45;p155"/>
          <p:cNvSpPr/>
          <p:nvPr/>
        </p:nvSpPr>
        <p:spPr>
          <a:xfrm>
            <a:off x="5197320" y="6484320"/>
            <a:ext cx="664560" cy="216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820" spc="-1" strike="noStrike">
                <a:solidFill>
                  <a:srgbClr val="888888"/>
                </a:solidFill>
                <a:latin typeface="Arial"/>
                <a:ea typeface="Arial"/>
              </a:rPr>
              <a:t>Fuente:</a:t>
            </a:r>
            <a:endParaRPr b="0" lang="es-AR" sz="820" spc="-1" strike="noStrike">
              <a:solidFill>
                <a:srgbClr val="000000"/>
              </a:solidFill>
              <a:latin typeface="Arial"/>
            </a:endParaRPr>
          </a:p>
        </p:txBody>
      </p:sp>
      <p:sp>
        <p:nvSpPr>
          <p:cNvPr id="145" name="PlaceHolder 3"/>
          <p:cNvSpPr>
            <a:spLocks noGrp="1"/>
          </p:cNvSpPr>
          <p:nvPr>
            <p:ph type="body"/>
          </p:nvPr>
        </p:nvSpPr>
        <p:spPr>
          <a:xfrm>
            <a:off x="626040" y="1902600"/>
            <a:ext cx="9832320" cy="4478400"/>
          </a:xfrm>
          <a:prstGeom prst="rect">
            <a:avLst/>
          </a:prstGeom>
          <a:noFill/>
          <a:ln w="0">
            <a:noFill/>
          </a:ln>
        </p:spPr>
        <p:txBody>
          <a:bodyPr anchor="t">
            <a:normAutofit/>
          </a:bodyPr>
          <a:p>
            <a:pPr marL="432000" indent="-324000">
              <a:spcBef>
                <a:spcPts val="1417"/>
              </a:spcBef>
              <a:buClr>
                <a:srgbClr val="000000"/>
              </a:buClr>
              <a:buSzPct val="45000"/>
              <a:buFont typeface="Wingdings" charset="2"/>
              <a:buChar char=""/>
            </a:pPr>
            <a:r>
              <a:rPr b="0" lang="es-AR" sz="2000" spc="-1" strike="noStrike">
                <a:solidFill>
                  <a:srgbClr val="000000"/>
                </a:solidFill>
                <a:latin typeface="Arial"/>
              </a:rPr>
              <a:t>Pulse para editar el formato de texto del esquema</a:t>
            </a:r>
            <a:endParaRPr b="0" lang="es-AR" sz="2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2000" spc="-1" strike="noStrike">
                <a:solidFill>
                  <a:srgbClr val="000000"/>
                </a:solidFill>
                <a:latin typeface="Arial"/>
              </a:rPr>
              <a:t>Segundo nivel del esquema</a:t>
            </a:r>
            <a:endParaRPr b="0" lang="es-AR"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2000" spc="-1" strike="noStrike">
                <a:solidFill>
                  <a:srgbClr val="000000"/>
                </a:solidFill>
                <a:latin typeface="Arial"/>
              </a:rPr>
              <a:t>Tercer nivel del esquema</a:t>
            </a:r>
            <a:endParaRPr b="0" lang="es-AR"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2000" spc="-1" strike="noStrike">
                <a:solidFill>
                  <a:srgbClr val="000000"/>
                </a:solidFill>
                <a:latin typeface="Arial"/>
              </a:rPr>
              <a:t>Cuarto nivel del esquema</a:t>
            </a:r>
            <a:endParaRPr b="0" lang="es-A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cxnSp>
        <p:nvCxnSpPr>
          <p:cNvPr id="146" name="Google Shape;47;p155"/>
          <p:cNvCxnSpPr/>
          <p:nvPr/>
        </p:nvCxnSpPr>
        <p:spPr>
          <a:xfrm>
            <a:off x="625680" y="1772640"/>
            <a:ext cx="10816560" cy="360"/>
          </a:xfrm>
          <a:prstGeom prst="straightConnector1">
            <a:avLst/>
          </a:prstGeom>
          <a:ln w="9525">
            <a:solidFill>
              <a:srgbClr val="bf0000"/>
            </a:solidFill>
            <a:round/>
          </a:ln>
        </p:spPr>
      </p:cxnSp>
      <p:sp>
        <p:nvSpPr>
          <p:cNvPr id="147" name="PlaceHolder 4"/>
          <p:cNvSpPr>
            <a:spLocks noGrp="1"/>
          </p:cNvSpPr>
          <p:nvPr>
            <p:ph type="dt" idx="11"/>
          </p:nvPr>
        </p:nvSpPr>
        <p:spPr>
          <a:xfrm>
            <a:off x="2577960" y="6543360"/>
            <a:ext cx="829080" cy="255600"/>
          </a:xfrm>
          <a:prstGeom prst="rect">
            <a:avLst/>
          </a:prstGeom>
          <a:noFill/>
          <a:ln w="0">
            <a:noFill/>
          </a:ln>
        </p:spPr>
        <p:txBody>
          <a:bodyPr anchor="t">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148" name="PlaceHolder 5"/>
          <p:cNvSpPr>
            <a:spLocks noGrp="1"/>
          </p:cNvSpPr>
          <p:nvPr>
            <p:ph type="ftr" idx="12"/>
          </p:nvPr>
        </p:nvSpPr>
        <p:spPr>
          <a:xfrm>
            <a:off x="169560" y="6554520"/>
            <a:ext cx="2163240" cy="212760"/>
          </a:xfrm>
          <a:prstGeom prst="rect">
            <a:avLst/>
          </a:prstGeom>
          <a:noFill/>
          <a:ln w="0">
            <a:noFill/>
          </a:ln>
        </p:spPr>
        <p:txBody>
          <a:bodyPr anchor="t">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149" name="Google Shape;50;p155"/>
          <p:cNvSpPr/>
          <p:nvPr/>
        </p:nvSpPr>
        <p:spPr>
          <a:xfrm>
            <a:off x="5197320" y="6484320"/>
            <a:ext cx="664560" cy="216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820" spc="-1" strike="noStrike">
                <a:solidFill>
                  <a:srgbClr val="888888"/>
                </a:solidFill>
                <a:latin typeface="Arial"/>
                <a:ea typeface="Arial"/>
              </a:rPr>
              <a:t>Fuente:</a:t>
            </a:r>
            <a:endParaRPr b="0" lang="es-AR" sz="820" spc="-1" strike="noStrike">
              <a:solidFill>
                <a:srgbClr val="000000"/>
              </a:solidFill>
              <a:latin typeface="Arial"/>
            </a:endParaRPr>
          </a:p>
        </p:txBody>
      </p:sp>
      <p:cxnSp>
        <p:nvCxnSpPr>
          <p:cNvPr id="150" name="Google Shape;51;p155"/>
          <p:cNvCxnSpPr/>
          <p:nvPr/>
        </p:nvCxnSpPr>
        <p:spPr>
          <a:xfrm>
            <a:off x="625680" y="1772640"/>
            <a:ext cx="10816560" cy="360"/>
          </a:xfrm>
          <a:prstGeom prst="straightConnector1">
            <a:avLst/>
          </a:prstGeom>
          <a:ln w="9525">
            <a:solidFill>
              <a:srgbClr val="bf0000"/>
            </a:solidFill>
            <a:round/>
          </a:ln>
        </p:spPr>
      </p:cxnSp>
      <p:sp>
        <p:nvSpPr>
          <p:cNvPr id="151" name="Google Shape;52;p155"/>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bfb"/>
        </a:solidFill>
      </p:bgPr>
    </p:bg>
    <p:spTree>
      <p:nvGrpSpPr>
        <p:cNvPr id="1" name=""/>
        <p:cNvGrpSpPr/>
        <p:nvPr/>
      </p:nvGrpSpPr>
      <p:grpSpPr>
        <a:xfrm>
          <a:off x="0" y="0"/>
          <a:ext cx="0" cy="0"/>
          <a:chOff x="0" y="0"/>
          <a:chExt cx="0" cy="0"/>
        </a:xfrm>
      </p:grpSpPr>
      <p:sp>
        <p:nvSpPr>
          <p:cNvPr id="188" name="Google Shape;10;p3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189" name="Google Shape;11;p3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190" name="Google Shape;16;p31"/>
          <p:cNvCxnSpPr/>
          <p:nvPr/>
        </p:nvCxnSpPr>
        <p:spPr>
          <a:xfrm>
            <a:off x="1198080" y="1737720"/>
            <a:ext cx="10007640" cy="360"/>
          </a:xfrm>
          <a:prstGeom prst="straightConnector1">
            <a:avLst/>
          </a:prstGeom>
          <a:ln w="9525">
            <a:solidFill>
              <a:srgbClr val="7f7f7f"/>
            </a:solidFill>
            <a:round/>
          </a:ln>
        </p:spPr>
      </p:cxnSp>
      <p:sp>
        <p:nvSpPr>
          <p:cNvPr id="191" name="PlaceHolder 1"/>
          <p:cNvSpPr>
            <a:spLocks noGrp="1"/>
          </p:cNvSpPr>
          <p:nvPr>
            <p:ph type="title"/>
          </p:nvPr>
        </p:nvSpPr>
        <p:spPr>
          <a:xfrm>
            <a:off x="1101600" y="286560"/>
            <a:ext cx="10098720" cy="1450440"/>
          </a:xfrm>
          <a:prstGeom prst="rect">
            <a:avLst/>
          </a:prstGeom>
          <a:noFill/>
          <a:ln w="0">
            <a:noFill/>
          </a:ln>
        </p:spPr>
        <p:txBody>
          <a:bodyPr anchor="b">
            <a:normAutofit fontScale="96000"/>
          </a:bodyPr>
          <a:p>
            <a:pPr indent="0">
              <a:buNone/>
            </a:pPr>
            <a:r>
              <a:rPr b="0" lang="es-AR" sz="4800" spc="-1" strike="noStrike">
                <a:solidFill>
                  <a:srgbClr val="000000"/>
                </a:solidFill>
                <a:latin typeface="Arial"/>
              </a:rPr>
              <a:t>Pulse para editar el formato del texto de título</a:t>
            </a:r>
            <a:endParaRPr b="0" lang="es-AR" sz="4800" spc="-1" strike="noStrike">
              <a:solidFill>
                <a:srgbClr val="000000"/>
              </a:solidFill>
              <a:latin typeface="Arial"/>
            </a:endParaRPr>
          </a:p>
        </p:txBody>
      </p:sp>
      <p:sp>
        <p:nvSpPr>
          <p:cNvPr id="192" name="PlaceHolder 2"/>
          <p:cNvSpPr>
            <a:spLocks noGrp="1"/>
          </p:cNvSpPr>
          <p:nvPr>
            <p:ph type="dt" idx="13"/>
          </p:nvPr>
        </p:nvSpPr>
        <p:spPr>
          <a:xfrm>
            <a:off x="1101600" y="6459840"/>
            <a:ext cx="2481840" cy="364680"/>
          </a:xfrm>
          <a:prstGeom prst="rect">
            <a:avLst/>
          </a:prstGeom>
          <a:noFill/>
          <a:ln w="0">
            <a:noFill/>
          </a:ln>
        </p:spPr>
        <p:txBody>
          <a:bodyPr anchor="ctr">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193" name="PlaceHolder 3"/>
          <p:cNvSpPr>
            <a:spLocks noGrp="1"/>
          </p:cNvSpPr>
          <p:nvPr>
            <p:ph type="ftr" idx="14"/>
          </p:nvPr>
        </p:nvSpPr>
        <p:spPr>
          <a:xfrm>
            <a:off x="3701160" y="6459840"/>
            <a:ext cx="4842000" cy="364680"/>
          </a:xfrm>
          <a:prstGeom prst="rect">
            <a:avLst/>
          </a:prstGeom>
          <a:noFill/>
          <a:ln w="0">
            <a:noFill/>
          </a:ln>
        </p:spPr>
        <p:txBody>
          <a:bodyPr anchor="ctr">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194" name="PlaceHolder 4"/>
          <p:cNvSpPr>
            <a:spLocks noGrp="1"/>
          </p:cNvSpPr>
          <p:nvPr>
            <p:ph type="sldNum" idx="15"/>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1A24B2B-CDE9-4BEF-AAA5-8695D5FC76D0}"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195" name="Google Shape;58;p35"/>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
        <p:nvSpPr>
          <p:cNvPr id="196" name="PlaceHolder 5"/>
          <p:cNvSpPr>
            <a:spLocks noGrp="1"/>
          </p:cNvSpPr>
          <p:nvPr>
            <p:ph type="body"/>
          </p:nvPr>
        </p:nvSpPr>
        <p:spPr>
          <a:xfrm>
            <a:off x="612000" y="1604520"/>
            <a:ext cx="1101636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1400" spc="-1" strike="noStrike">
                <a:solidFill>
                  <a:srgbClr val="000000"/>
                </a:solidFill>
                <a:latin typeface="Arial"/>
              </a:rPr>
              <a:t>Pulse para editar el formato de texto del esquema</a:t>
            </a:r>
            <a:endParaRPr b="0" lang="es-A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400" spc="-1" strike="noStrike">
                <a:solidFill>
                  <a:srgbClr val="000000"/>
                </a:solidFill>
                <a:latin typeface="Arial"/>
              </a:rPr>
              <a:t>Segundo nivel del esquema</a:t>
            </a:r>
            <a:endParaRPr b="0" lang="es-A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400" spc="-1" strike="noStrike">
                <a:solidFill>
                  <a:srgbClr val="000000"/>
                </a:solidFill>
                <a:latin typeface="Arial"/>
              </a:rPr>
              <a:t>Tercer nivel del esquema</a:t>
            </a:r>
            <a:endParaRPr b="0" lang="es-A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400" spc="-1" strike="noStrike">
                <a:solidFill>
                  <a:srgbClr val="000000"/>
                </a:solidFill>
                <a:latin typeface="Arial"/>
              </a:rPr>
              <a:t>Cuarto nivel del esquema</a:t>
            </a:r>
            <a:endParaRPr b="0" lang="es-A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bfb"/>
        </a:solidFill>
      </p:bgPr>
    </p:bg>
    <p:spTree>
      <p:nvGrpSpPr>
        <p:cNvPr id="1" name=""/>
        <p:cNvGrpSpPr/>
        <p:nvPr/>
      </p:nvGrpSpPr>
      <p:grpSpPr>
        <a:xfrm>
          <a:off x="0" y="0"/>
          <a:ext cx="0" cy="0"/>
          <a:chOff x="0" y="0"/>
          <a:chExt cx="0" cy="0"/>
        </a:xfrm>
      </p:grpSpPr>
      <p:sp>
        <p:nvSpPr>
          <p:cNvPr id="233" name="Google Shape;10;p3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234" name="Google Shape;11;p3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235" name="Google Shape;16;p31"/>
          <p:cNvCxnSpPr/>
          <p:nvPr/>
        </p:nvCxnSpPr>
        <p:spPr>
          <a:xfrm>
            <a:off x="1198080" y="1737720"/>
            <a:ext cx="10007640" cy="360"/>
          </a:xfrm>
          <a:prstGeom prst="straightConnector1">
            <a:avLst/>
          </a:prstGeom>
          <a:ln w="9525">
            <a:solidFill>
              <a:srgbClr val="7f7f7f"/>
            </a:solidFill>
            <a:round/>
          </a:ln>
        </p:spPr>
      </p:cxnSp>
      <p:sp>
        <p:nvSpPr>
          <p:cNvPr id="236" name="PlaceHolder 1"/>
          <p:cNvSpPr>
            <a:spLocks noGrp="1"/>
          </p:cNvSpPr>
          <p:nvPr>
            <p:ph type="title"/>
          </p:nvPr>
        </p:nvSpPr>
        <p:spPr>
          <a:xfrm>
            <a:off x="626040" y="643320"/>
            <a:ext cx="10815840" cy="1128960"/>
          </a:xfrm>
          <a:prstGeom prst="rect">
            <a:avLst/>
          </a:prstGeom>
          <a:noFill/>
          <a:ln w="0">
            <a:noFill/>
          </a:ln>
        </p:spPr>
        <p:txBody>
          <a:bodyPr anchor="b">
            <a:normAutofit/>
          </a:bodyPr>
          <a:p>
            <a:pPr indent="0">
              <a:buNone/>
            </a:pPr>
            <a:r>
              <a:rPr b="0" lang="es-AR" sz="3000" spc="-1" strike="noStrike">
                <a:solidFill>
                  <a:srgbClr val="000000"/>
                </a:solidFill>
                <a:latin typeface="Arial"/>
              </a:rPr>
              <a:t>Pulse para editar el formato del texto de título</a:t>
            </a:r>
            <a:endParaRPr b="0" lang="es-AR" sz="3000" spc="-1" strike="noStrike">
              <a:solidFill>
                <a:srgbClr val="000000"/>
              </a:solidFill>
              <a:latin typeface="Arial"/>
            </a:endParaRPr>
          </a:p>
        </p:txBody>
      </p:sp>
      <p:sp>
        <p:nvSpPr>
          <p:cNvPr id="237" name="PlaceHolder 2"/>
          <p:cNvSpPr>
            <a:spLocks noGrp="1"/>
          </p:cNvSpPr>
          <p:nvPr>
            <p:ph type="sldNum" idx="16"/>
          </p:nvPr>
        </p:nvSpPr>
        <p:spPr>
          <a:xfrm>
            <a:off x="9286560" y="2852640"/>
            <a:ext cx="2937600" cy="104832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7E703659-83BE-47B1-A131-C57894409F2E}"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238" name="PlaceHolder 3"/>
          <p:cNvSpPr>
            <a:spLocks noGrp="1"/>
          </p:cNvSpPr>
          <p:nvPr>
            <p:ph type="body"/>
          </p:nvPr>
        </p:nvSpPr>
        <p:spPr>
          <a:xfrm>
            <a:off x="5976000" y="6509520"/>
            <a:ext cx="2170800" cy="304920"/>
          </a:xfrm>
          <a:prstGeom prst="rect">
            <a:avLst/>
          </a:prstGeom>
          <a:noFill/>
          <a:ln w="0">
            <a:noFill/>
          </a:ln>
        </p:spPr>
        <p:txBody>
          <a:bodyPr lIns="0" rIns="0" anchor="t">
            <a:noAutofit/>
          </a:bodyPr>
          <a:p>
            <a:pPr marL="432000" indent="-324000">
              <a:spcBef>
                <a:spcPts val="1417"/>
              </a:spcBef>
              <a:buClr>
                <a:srgbClr val="000000"/>
              </a:buClr>
              <a:buSzPct val="45000"/>
              <a:buFont typeface="Wingdings" charset="2"/>
              <a:buChar char=""/>
            </a:pPr>
            <a:r>
              <a:rPr b="0" lang="es-AR" sz="820" spc="-1" strike="noStrike">
                <a:solidFill>
                  <a:srgbClr val="000000"/>
                </a:solidFill>
                <a:latin typeface="Arial"/>
              </a:rPr>
              <a:t>Pulse para editar el formato de texto del esquema</a:t>
            </a:r>
            <a:endParaRPr b="0" lang="es-AR" sz="82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820" spc="-1" strike="noStrike">
                <a:solidFill>
                  <a:srgbClr val="000000"/>
                </a:solidFill>
                <a:latin typeface="Arial"/>
              </a:rPr>
              <a:t>Segundo nivel del esquema</a:t>
            </a:r>
            <a:endParaRPr b="0" lang="es-AR" sz="82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820" spc="-1" strike="noStrike">
                <a:solidFill>
                  <a:srgbClr val="000000"/>
                </a:solidFill>
                <a:latin typeface="Arial"/>
              </a:rPr>
              <a:t>Tercer nivel del esquema</a:t>
            </a:r>
            <a:endParaRPr b="0" lang="es-AR" sz="82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820" spc="-1" strike="noStrike">
                <a:solidFill>
                  <a:srgbClr val="000000"/>
                </a:solidFill>
                <a:latin typeface="Arial"/>
              </a:rPr>
              <a:t>Cuarto nivel del esquema</a:t>
            </a:r>
            <a:endParaRPr b="0" lang="es-AR" sz="82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820" spc="-1" strike="noStrike">
                <a:solidFill>
                  <a:srgbClr val="000000"/>
                </a:solidFill>
                <a:latin typeface="Arial"/>
              </a:rPr>
              <a:t>Quinto nivel del esquema</a:t>
            </a:r>
            <a:endParaRPr b="0" lang="es-AR" sz="82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820" spc="-1" strike="noStrike">
                <a:solidFill>
                  <a:srgbClr val="000000"/>
                </a:solidFill>
                <a:latin typeface="Arial"/>
              </a:rPr>
              <a:t>Sexto nivel del esquema</a:t>
            </a:r>
            <a:endParaRPr b="0" lang="es-AR" sz="82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820" spc="-1" strike="noStrike">
                <a:solidFill>
                  <a:srgbClr val="000000"/>
                </a:solidFill>
                <a:latin typeface="Arial"/>
              </a:rPr>
              <a:t>Séptimo nivel del esquema</a:t>
            </a:r>
            <a:endParaRPr b="0" lang="es-AR" sz="820" spc="-1" strike="noStrike">
              <a:solidFill>
                <a:srgbClr val="000000"/>
              </a:solidFill>
              <a:latin typeface="Arial"/>
            </a:endParaRPr>
          </a:p>
        </p:txBody>
      </p:sp>
      <p:sp>
        <p:nvSpPr>
          <p:cNvPr id="239" name="PlaceHolder 4"/>
          <p:cNvSpPr>
            <a:spLocks noGrp="1"/>
          </p:cNvSpPr>
          <p:nvPr>
            <p:ph type="body"/>
          </p:nvPr>
        </p:nvSpPr>
        <p:spPr>
          <a:xfrm>
            <a:off x="626040" y="1902600"/>
            <a:ext cx="9832320" cy="4478400"/>
          </a:xfrm>
          <a:prstGeom prst="rect">
            <a:avLst/>
          </a:prstGeom>
          <a:noFill/>
          <a:ln w="0">
            <a:noFill/>
          </a:ln>
        </p:spPr>
        <p:txBody>
          <a:bodyPr lIns="0" rIns="0" anchor="t">
            <a:normAutofit/>
          </a:bodyPr>
          <a:p>
            <a:pPr marL="432000" indent="-324000">
              <a:spcBef>
                <a:spcPts val="1417"/>
              </a:spcBef>
              <a:buClr>
                <a:srgbClr val="000000"/>
              </a:buClr>
              <a:buSzPct val="45000"/>
              <a:buFont typeface="Wingdings" charset="2"/>
              <a:buChar char=""/>
            </a:pPr>
            <a:r>
              <a:rPr b="0" lang="es-AR" sz="2000" spc="-1" strike="noStrike">
                <a:solidFill>
                  <a:srgbClr val="000000"/>
                </a:solidFill>
                <a:latin typeface="Arial"/>
              </a:rPr>
              <a:t>Pulse para editar el formato de texto del esquema</a:t>
            </a:r>
            <a:endParaRPr b="0" lang="es-AR" sz="2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2000" spc="-1" strike="noStrike">
                <a:solidFill>
                  <a:srgbClr val="000000"/>
                </a:solidFill>
                <a:latin typeface="Arial"/>
              </a:rPr>
              <a:t>Segundo nivel del esquema</a:t>
            </a:r>
            <a:endParaRPr b="0" lang="es-AR"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2000" spc="-1" strike="noStrike">
                <a:solidFill>
                  <a:srgbClr val="000000"/>
                </a:solidFill>
                <a:latin typeface="Arial"/>
              </a:rPr>
              <a:t>Tercer nivel del esquema</a:t>
            </a:r>
            <a:endParaRPr b="0" lang="es-AR"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2000" spc="-1" strike="noStrike">
                <a:solidFill>
                  <a:srgbClr val="000000"/>
                </a:solidFill>
                <a:latin typeface="Arial"/>
              </a:rPr>
              <a:t>Cuarto nivel del esquema</a:t>
            </a:r>
            <a:endParaRPr b="0" lang="es-A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sp>
        <p:nvSpPr>
          <p:cNvPr id="240" name="PlaceHolder 5"/>
          <p:cNvSpPr>
            <a:spLocks noGrp="1"/>
          </p:cNvSpPr>
          <p:nvPr>
            <p:ph type="dt" idx="17"/>
          </p:nvPr>
        </p:nvSpPr>
        <p:spPr>
          <a:xfrm>
            <a:off x="2577960" y="6543360"/>
            <a:ext cx="829080" cy="255600"/>
          </a:xfrm>
          <a:prstGeom prst="rect">
            <a:avLst/>
          </a:prstGeom>
          <a:noFill/>
          <a:ln w="0">
            <a:noFill/>
          </a:ln>
        </p:spPr>
        <p:txBody>
          <a:bodyPr anchor="ctr">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241" name="PlaceHolder 6"/>
          <p:cNvSpPr>
            <a:spLocks noGrp="1"/>
          </p:cNvSpPr>
          <p:nvPr>
            <p:ph type="ftr" idx="18"/>
          </p:nvPr>
        </p:nvSpPr>
        <p:spPr>
          <a:xfrm>
            <a:off x="169560" y="6554520"/>
            <a:ext cx="2163240" cy="212760"/>
          </a:xfrm>
          <a:prstGeom prst="rect">
            <a:avLst/>
          </a:prstGeom>
          <a:noFill/>
          <a:ln w="0">
            <a:noFill/>
          </a:ln>
        </p:spPr>
        <p:txBody>
          <a:bodyPr anchor="ctr">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242" name="Google Shape;66;p36"/>
          <p:cNvSpPr/>
          <p:nvPr/>
        </p:nvSpPr>
        <p:spPr>
          <a:xfrm>
            <a:off x="5197320" y="6484320"/>
            <a:ext cx="664560" cy="216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820" spc="-1" strike="noStrike">
                <a:solidFill>
                  <a:srgbClr val="c00000"/>
                </a:solidFill>
                <a:latin typeface="Calibri"/>
                <a:ea typeface="Calibri"/>
              </a:rPr>
              <a:t>Fuente:</a:t>
            </a:r>
            <a:endParaRPr b="0" lang="es-AR" sz="820" spc="-1" strike="noStrike">
              <a:solidFill>
                <a:srgbClr val="000000"/>
              </a:solidFill>
              <a:latin typeface="Arial"/>
            </a:endParaRPr>
          </a:p>
        </p:txBody>
      </p:sp>
      <p:cxnSp>
        <p:nvCxnSpPr>
          <p:cNvPr id="243" name="Google Shape;67;p36"/>
          <p:cNvCxnSpPr/>
          <p:nvPr/>
        </p:nvCxnSpPr>
        <p:spPr>
          <a:xfrm>
            <a:off x="625680" y="1772640"/>
            <a:ext cx="10816560" cy="360"/>
          </a:xfrm>
          <a:prstGeom prst="straightConnector1">
            <a:avLst/>
          </a:prstGeom>
          <a:ln w="12700">
            <a:solidFill>
              <a:srgbClr val="549e39"/>
            </a:solidFill>
            <a:round/>
          </a:ln>
        </p:spPr>
      </p:cxnSp>
      <p:sp>
        <p:nvSpPr>
          <p:cNvPr id="244" name="Google Shape;68;p36"/>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bfb"/>
        </a:solidFill>
      </p:bgPr>
    </p:bg>
    <p:spTree>
      <p:nvGrpSpPr>
        <p:cNvPr id="1" name=""/>
        <p:cNvGrpSpPr/>
        <p:nvPr/>
      </p:nvGrpSpPr>
      <p:grpSpPr>
        <a:xfrm>
          <a:off x="0" y="0"/>
          <a:ext cx="0" cy="0"/>
          <a:chOff x="0" y="0"/>
          <a:chExt cx="0" cy="0"/>
        </a:xfrm>
      </p:grpSpPr>
      <p:sp>
        <p:nvSpPr>
          <p:cNvPr id="281" name="Google Shape;10;p31" hidden="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282" name="Google Shape;11;p31" hidden="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283" name="Google Shape;16;p31"/>
          <p:cNvCxnSpPr/>
          <p:nvPr/>
        </p:nvCxnSpPr>
        <p:spPr>
          <a:xfrm>
            <a:off x="1198080" y="1737720"/>
            <a:ext cx="10007640" cy="360"/>
          </a:xfrm>
          <a:prstGeom prst="straightConnector1">
            <a:avLst/>
          </a:prstGeom>
          <a:ln w="9525">
            <a:solidFill>
              <a:srgbClr val="7f7f7f"/>
            </a:solidFill>
            <a:round/>
          </a:ln>
        </p:spPr>
      </p:cxnSp>
      <p:sp>
        <p:nvSpPr>
          <p:cNvPr id="284" name="Google Shape;70;p38"/>
          <p:cNvSpPr/>
          <p:nvPr/>
        </p:nvSpPr>
        <p:spPr>
          <a:xfrm>
            <a:off x="3240" y="6400800"/>
            <a:ext cx="1223784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285" name="Google Shape;71;p38"/>
          <p:cNvSpPr/>
          <p:nvPr/>
        </p:nvSpPr>
        <p:spPr>
          <a:xfrm>
            <a:off x="0" y="6334200"/>
            <a:ext cx="12237840" cy="63720"/>
          </a:xfrm>
          <a:prstGeom prst="rect">
            <a:avLst/>
          </a:prstGeom>
          <a:solidFill>
            <a:schemeClr val="accent1"/>
          </a:solidFill>
          <a:ln w="0">
            <a:noFill/>
          </a:ln>
        </p:spPr>
        <p:style>
          <a:lnRef idx="0"/>
          <a:fillRef idx="0"/>
          <a:effectRef idx="0"/>
          <a:fontRef idx="minor"/>
        </p:style>
        <p:txBody>
          <a:bodyPr tIns="32040" bIns="320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286" name="PlaceHolder 1"/>
          <p:cNvSpPr>
            <a:spLocks noGrp="1"/>
          </p:cNvSpPr>
          <p:nvPr>
            <p:ph type="title"/>
          </p:nvPr>
        </p:nvSpPr>
        <p:spPr>
          <a:xfrm>
            <a:off x="1101600" y="758880"/>
            <a:ext cx="10098720" cy="3565800"/>
          </a:xfrm>
          <a:prstGeom prst="rect">
            <a:avLst/>
          </a:prstGeom>
          <a:noFill/>
          <a:ln w="0">
            <a:noFill/>
          </a:ln>
        </p:spPr>
        <p:txBody>
          <a:bodyPr anchor="b">
            <a:normAutofit fontScale="97000"/>
          </a:bodyPr>
          <a:p>
            <a:pPr indent="0">
              <a:buNone/>
            </a:pPr>
            <a:r>
              <a:rPr b="0" lang="es-AR" sz="8000" spc="-1" strike="noStrike">
                <a:solidFill>
                  <a:srgbClr val="000000"/>
                </a:solidFill>
                <a:latin typeface="Arial"/>
              </a:rPr>
              <a:t>Pulse para editar el formato del texto de título</a:t>
            </a:r>
            <a:endParaRPr b="0" lang="es-AR" sz="8000" spc="-1" strike="noStrike">
              <a:solidFill>
                <a:srgbClr val="000000"/>
              </a:solidFill>
              <a:latin typeface="Arial"/>
            </a:endParaRPr>
          </a:p>
        </p:txBody>
      </p:sp>
      <p:sp>
        <p:nvSpPr>
          <p:cNvPr id="287" name="PlaceHolder 2"/>
          <p:cNvSpPr>
            <a:spLocks noGrp="1"/>
          </p:cNvSpPr>
          <p:nvPr>
            <p:ph type="dt" idx="19"/>
          </p:nvPr>
        </p:nvSpPr>
        <p:spPr>
          <a:xfrm>
            <a:off x="1101600" y="6459840"/>
            <a:ext cx="2481840" cy="364680"/>
          </a:xfrm>
          <a:prstGeom prst="rect">
            <a:avLst/>
          </a:prstGeom>
          <a:noFill/>
          <a:ln w="0">
            <a:noFill/>
          </a:ln>
        </p:spPr>
        <p:txBody>
          <a:bodyPr anchor="ctr">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288" name="PlaceHolder 3"/>
          <p:cNvSpPr>
            <a:spLocks noGrp="1"/>
          </p:cNvSpPr>
          <p:nvPr>
            <p:ph type="ftr" idx="20"/>
          </p:nvPr>
        </p:nvSpPr>
        <p:spPr>
          <a:xfrm>
            <a:off x="3701160" y="6459840"/>
            <a:ext cx="4842000" cy="364680"/>
          </a:xfrm>
          <a:prstGeom prst="rect">
            <a:avLst/>
          </a:prstGeom>
          <a:noFill/>
          <a:ln w="0">
            <a:noFill/>
          </a:ln>
        </p:spPr>
        <p:txBody>
          <a:bodyPr anchor="ctr">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289" name="PlaceHolder 4"/>
          <p:cNvSpPr>
            <a:spLocks noGrp="1"/>
          </p:cNvSpPr>
          <p:nvPr>
            <p:ph type="sldNum" idx="21"/>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037168AB-E5DC-4E82-9079-F4C653CABCA5}"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cxnSp>
        <p:nvCxnSpPr>
          <p:cNvPr id="290" name="Google Shape;77;p38"/>
          <p:cNvCxnSpPr/>
          <p:nvPr/>
        </p:nvCxnSpPr>
        <p:spPr>
          <a:xfrm>
            <a:off x="1212480" y="4343400"/>
            <a:ext cx="9915480" cy="360"/>
          </a:xfrm>
          <a:prstGeom prst="straightConnector1">
            <a:avLst/>
          </a:prstGeom>
          <a:ln w="9525">
            <a:solidFill>
              <a:srgbClr val="7f7f7f"/>
            </a:solidFill>
            <a:round/>
          </a:ln>
        </p:spPr>
      </p:cxnSp>
      <p:sp>
        <p:nvSpPr>
          <p:cNvPr id="291" name="Google Shape;78;p38"/>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
        <p:nvSpPr>
          <p:cNvPr id="292" name="PlaceHolder 5"/>
          <p:cNvSpPr>
            <a:spLocks noGrp="1"/>
          </p:cNvSpPr>
          <p:nvPr>
            <p:ph type="body"/>
          </p:nvPr>
        </p:nvSpPr>
        <p:spPr>
          <a:xfrm>
            <a:off x="612000" y="1604520"/>
            <a:ext cx="1101636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1400" spc="-1" strike="noStrike">
                <a:solidFill>
                  <a:srgbClr val="000000"/>
                </a:solidFill>
                <a:latin typeface="Arial"/>
              </a:rPr>
              <a:t>Pulse para editar el formato de texto del esquema</a:t>
            </a:r>
            <a:endParaRPr b="0" lang="es-A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400" spc="-1" strike="noStrike">
                <a:solidFill>
                  <a:srgbClr val="000000"/>
                </a:solidFill>
                <a:latin typeface="Arial"/>
              </a:rPr>
              <a:t>Segundo nivel del esquema</a:t>
            </a:r>
            <a:endParaRPr b="0" lang="es-A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400" spc="-1" strike="noStrike">
                <a:solidFill>
                  <a:srgbClr val="000000"/>
                </a:solidFill>
                <a:latin typeface="Arial"/>
              </a:rPr>
              <a:t>Tercer nivel del esquema</a:t>
            </a:r>
            <a:endParaRPr b="0" lang="es-A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400" spc="-1" strike="noStrike">
                <a:solidFill>
                  <a:srgbClr val="000000"/>
                </a:solidFill>
                <a:latin typeface="Arial"/>
              </a:rPr>
              <a:t>Cuarto nivel del esquema</a:t>
            </a:r>
            <a:endParaRPr b="0" lang="es-A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bfb"/>
        </a:solidFill>
      </p:bgPr>
    </p:bg>
    <p:spTree>
      <p:nvGrpSpPr>
        <p:cNvPr id="1" name=""/>
        <p:cNvGrpSpPr/>
        <p:nvPr/>
      </p:nvGrpSpPr>
      <p:grpSpPr>
        <a:xfrm>
          <a:off x="0" y="0"/>
          <a:ext cx="0" cy="0"/>
          <a:chOff x="0" y="0"/>
          <a:chExt cx="0" cy="0"/>
        </a:xfrm>
      </p:grpSpPr>
      <p:sp>
        <p:nvSpPr>
          <p:cNvPr id="329" name="Google Shape;10;p3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330" name="Google Shape;11;p3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331" name="Google Shape;16;p31"/>
          <p:cNvCxnSpPr/>
          <p:nvPr/>
        </p:nvCxnSpPr>
        <p:spPr>
          <a:xfrm>
            <a:off x="1198080" y="1737720"/>
            <a:ext cx="10007640" cy="360"/>
          </a:xfrm>
          <a:prstGeom prst="straightConnector1">
            <a:avLst/>
          </a:prstGeom>
          <a:ln w="9525">
            <a:solidFill>
              <a:srgbClr val="7f7f7f"/>
            </a:solidFill>
            <a:round/>
          </a:ln>
        </p:spPr>
      </p:cxnSp>
      <p:sp>
        <p:nvSpPr>
          <p:cNvPr id="332" name="PlaceHolder 1"/>
          <p:cNvSpPr>
            <a:spLocks noGrp="1"/>
          </p:cNvSpPr>
          <p:nvPr>
            <p:ph type="title"/>
          </p:nvPr>
        </p:nvSpPr>
        <p:spPr>
          <a:xfrm>
            <a:off x="648000" y="116640"/>
            <a:ext cx="10815840" cy="1128960"/>
          </a:xfrm>
          <a:prstGeom prst="rect">
            <a:avLst/>
          </a:prstGeom>
          <a:noFill/>
          <a:ln w="0">
            <a:noFill/>
          </a:ln>
        </p:spPr>
        <p:txBody>
          <a:bodyPr anchor="b">
            <a:normAutofit/>
          </a:bodyPr>
          <a:p>
            <a:pPr indent="0">
              <a:buNone/>
            </a:pPr>
            <a:r>
              <a:rPr b="0" lang="es-AR" sz="3000" spc="-1" strike="noStrike">
                <a:solidFill>
                  <a:srgbClr val="000000"/>
                </a:solidFill>
                <a:latin typeface="Arial"/>
              </a:rPr>
              <a:t>Pulse para editar el formato del texto de título</a:t>
            </a:r>
            <a:endParaRPr b="0" lang="es-AR" sz="3000" spc="-1" strike="noStrike">
              <a:solidFill>
                <a:srgbClr val="000000"/>
              </a:solidFill>
              <a:latin typeface="Arial"/>
            </a:endParaRPr>
          </a:p>
        </p:txBody>
      </p:sp>
      <p:sp>
        <p:nvSpPr>
          <p:cNvPr id="333" name="PlaceHolder 2"/>
          <p:cNvSpPr>
            <a:spLocks noGrp="1"/>
          </p:cNvSpPr>
          <p:nvPr>
            <p:ph type="sldNum" idx="22"/>
          </p:nvPr>
        </p:nvSpPr>
        <p:spPr>
          <a:xfrm>
            <a:off x="9286560" y="2852640"/>
            <a:ext cx="2937600" cy="104832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ACF2A773-F576-451A-82DE-570C7439413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334" name="Google Shape;82;p37"/>
          <p:cNvSpPr/>
          <p:nvPr/>
        </p:nvSpPr>
        <p:spPr>
          <a:xfrm>
            <a:off x="5197320" y="6484320"/>
            <a:ext cx="664560" cy="216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820" spc="-1" strike="noStrike">
                <a:solidFill>
                  <a:srgbClr val="888888"/>
                </a:solidFill>
                <a:latin typeface="Calibri"/>
                <a:ea typeface="Calibri"/>
              </a:rPr>
              <a:t>Fuente:</a:t>
            </a:r>
            <a:endParaRPr b="0" lang="es-AR" sz="820" spc="-1" strike="noStrike">
              <a:solidFill>
                <a:srgbClr val="000000"/>
              </a:solidFill>
              <a:latin typeface="Arial"/>
            </a:endParaRPr>
          </a:p>
        </p:txBody>
      </p:sp>
      <p:sp>
        <p:nvSpPr>
          <p:cNvPr id="335" name="PlaceHolder 3"/>
          <p:cNvSpPr>
            <a:spLocks noGrp="1"/>
          </p:cNvSpPr>
          <p:nvPr>
            <p:ph type="body"/>
          </p:nvPr>
        </p:nvSpPr>
        <p:spPr>
          <a:xfrm>
            <a:off x="792000" y="2925000"/>
            <a:ext cx="9832320" cy="4478400"/>
          </a:xfrm>
          <a:prstGeom prst="rect">
            <a:avLst/>
          </a:prstGeom>
          <a:noFill/>
          <a:ln w="0">
            <a:noFill/>
          </a:ln>
        </p:spPr>
        <p:txBody>
          <a:bodyPr lIns="0" rIns="0" anchor="t">
            <a:normAutofit/>
          </a:bodyPr>
          <a:p>
            <a:pPr marL="432000" indent="-324000">
              <a:spcBef>
                <a:spcPts val="1417"/>
              </a:spcBef>
              <a:buClr>
                <a:srgbClr val="000000"/>
              </a:buClr>
              <a:buSzPct val="45000"/>
              <a:buFont typeface="Wingdings" charset="2"/>
              <a:buChar char=""/>
            </a:pPr>
            <a:r>
              <a:rPr b="0" lang="es-AR" sz="2000" spc="-1" strike="noStrike">
                <a:solidFill>
                  <a:srgbClr val="000000"/>
                </a:solidFill>
                <a:latin typeface="Arial"/>
              </a:rPr>
              <a:t>Pulse para editar el formato de texto del esquema</a:t>
            </a:r>
            <a:endParaRPr b="0" lang="es-AR" sz="2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2000" spc="-1" strike="noStrike">
                <a:solidFill>
                  <a:srgbClr val="000000"/>
                </a:solidFill>
                <a:latin typeface="Arial"/>
              </a:rPr>
              <a:t>Segundo nivel del esquema</a:t>
            </a:r>
            <a:endParaRPr b="0" lang="es-AR"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2000" spc="-1" strike="noStrike">
                <a:solidFill>
                  <a:srgbClr val="000000"/>
                </a:solidFill>
                <a:latin typeface="Arial"/>
              </a:rPr>
              <a:t>Tercer nivel del esquema</a:t>
            </a:r>
            <a:endParaRPr b="0" lang="es-AR"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2000" spc="-1" strike="noStrike">
                <a:solidFill>
                  <a:srgbClr val="000000"/>
                </a:solidFill>
                <a:latin typeface="Arial"/>
              </a:rPr>
              <a:t>Cuarto nivel del esquema</a:t>
            </a:r>
            <a:endParaRPr b="0" lang="es-A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sp>
        <p:nvSpPr>
          <p:cNvPr id="336" name="PlaceHolder 4"/>
          <p:cNvSpPr>
            <a:spLocks noGrp="1"/>
          </p:cNvSpPr>
          <p:nvPr>
            <p:ph type="dt" idx="23"/>
          </p:nvPr>
        </p:nvSpPr>
        <p:spPr>
          <a:xfrm>
            <a:off x="2577960" y="6543360"/>
            <a:ext cx="829080" cy="255600"/>
          </a:xfrm>
          <a:prstGeom prst="rect">
            <a:avLst/>
          </a:prstGeom>
          <a:noFill/>
          <a:ln w="0">
            <a:noFill/>
          </a:ln>
        </p:spPr>
        <p:txBody>
          <a:bodyPr anchor="ctr">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337" name="PlaceHolder 5"/>
          <p:cNvSpPr>
            <a:spLocks noGrp="1"/>
          </p:cNvSpPr>
          <p:nvPr>
            <p:ph type="ftr" idx="24"/>
          </p:nvPr>
        </p:nvSpPr>
        <p:spPr>
          <a:xfrm>
            <a:off x="169560" y="6554520"/>
            <a:ext cx="2163240" cy="212760"/>
          </a:xfrm>
          <a:prstGeom prst="rect">
            <a:avLst/>
          </a:prstGeom>
          <a:noFill/>
          <a:ln w="0">
            <a:noFill/>
          </a:ln>
        </p:spPr>
        <p:txBody>
          <a:bodyPr anchor="ctr">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338" name="Google Shape;86;p37"/>
          <p:cNvSpPr/>
          <p:nvPr/>
        </p:nvSpPr>
        <p:spPr>
          <a:xfrm>
            <a:off x="5197320" y="6484320"/>
            <a:ext cx="664560" cy="216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820" spc="-1" strike="noStrike">
                <a:solidFill>
                  <a:srgbClr val="888888"/>
                </a:solidFill>
                <a:latin typeface="Calibri"/>
                <a:ea typeface="Calibri"/>
              </a:rPr>
              <a:t>Fuente:</a:t>
            </a:r>
            <a:endParaRPr b="0" lang="es-AR" sz="820" spc="-1" strike="noStrike">
              <a:solidFill>
                <a:srgbClr val="000000"/>
              </a:solidFill>
              <a:latin typeface="Arial"/>
            </a:endParaRPr>
          </a:p>
        </p:txBody>
      </p:sp>
      <p:sp>
        <p:nvSpPr>
          <p:cNvPr id="339" name="Google Shape;87;p37"/>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76" name="Google Shape;10;p3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377" name="Google Shape;11;p3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378" name="Google Shape;16;p31"/>
          <p:cNvCxnSpPr/>
          <p:nvPr/>
        </p:nvCxnSpPr>
        <p:spPr>
          <a:xfrm>
            <a:off x="1198080" y="1737720"/>
            <a:ext cx="10007640" cy="360"/>
          </a:xfrm>
          <a:prstGeom prst="straightConnector1">
            <a:avLst/>
          </a:prstGeom>
          <a:ln w="9525">
            <a:solidFill>
              <a:srgbClr val="7f7f7f"/>
            </a:solidFill>
            <a:round/>
          </a:ln>
        </p:spPr>
      </p:cxnSp>
      <p:sp>
        <p:nvSpPr>
          <p:cNvPr id="379"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buNone/>
            </a:pPr>
            <a:r>
              <a:rPr b="0" lang="es-AR" sz="3000" spc="-1" strike="noStrike">
                <a:solidFill>
                  <a:srgbClr val="000000"/>
                </a:solidFill>
                <a:latin typeface="Arial"/>
              </a:rPr>
              <a:t>Pulse para editar el formato del texto de título</a:t>
            </a:r>
            <a:endParaRPr b="0" lang="es-AR" sz="3000" spc="-1" strike="noStrike">
              <a:solidFill>
                <a:srgbClr val="000000"/>
              </a:solidFill>
              <a:latin typeface="Arial"/>
            </a:endParaRPr>
          </a:p>
        </p:txBody>
      </p:sp>
      <p:sp>
        <p:nvSpPr>
          <p:cNvPr id="380" name="PlaceHolder 2"/>
          <p:cNvSpPr>
            <a:spLocks noGrp="1"/>
          </p:cNvSpPr>
          <p:nvPr>
            <p:ph type="sldNum" idx="25"/>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5A950CE0-633F-4584-B7FE-EAA8E3A07E8A}"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381" name="Google Shape;104;p156"/>
          <p:cNvSpPr/>
          <p:nvPr/>
        </p:nvSpPr>
        <p:spPr>
          <a:xfrm>
            <a:off x="5197320" y="6484320"/>
            <a:ext cx="664560" cy="216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820" spc="-1" strike="noStrike">
                <a:solidFill>
                  <a:srgbClr val="888888"/>
                </a:solidFill>
                <a:latin typeface="Arial"/>
                <a:ea typeface="Arial"/>
              </a:rPr>
              <a:t>Fuente:</a:t>
            </a:r>
            <a:endParaRPr b="0" lang="es-AR" sz="820" spc="-1" strike="noStrike">
              <a:solidFill>
                <a:srgbClr val="000000"/>
              </a:solidFill>
              <a:latin typeface="Arial"/>
            </a:endParaRPr>
          </a:p>
        </p:txBody>
      </p:sp>
      <p:sp>
        <p:nvSpPr>
          <p:cNvPr id="382" name="PlaceHolder 3"/>
          <p:cNvSpPr>
            <a:spLocks noGrp="1"/>
          </p:cNvSpPr>
          <p:nvPr>
            <p:ph type="body"/>
          </p:nvPr>
        </p:nvSpPr>
        <p:spPr>
          <a:xfrm>
            <a:off x="626040" y="1902600"/>
            <a:ext cx="9832320" cy="4478400"/>
          </a:xfrm>
          <a:prstGeom prst="rect">
            <a:avLst/>
          </a:prstGeom>
          <a:noFill/>
          <a:ln w="0">
            <a:noFill/>
          </a:ln>
        </p:spPr>
        <p:txBody>
          <a:bodyPr anchor="t">
            <a:normAutofit/>
          </a:bodyPr>
          <a:p>
            <a:pPr marL="432000" indent="-324000">
              <a:spcBef>
                <a:spcPts val="1417"/>
              </a:spcBef>
              <a:buClr>
                <a:srgbClr val="000000"/>
              </a:buClr>
              <a:buSzPct val="45000"/>
              <a:buFont typeface="Wingdings" charset="2"/>
              <a:buChar char=""/>
            </a:pPr>
            <a:r>
              <a:rPr b="0" lang="es-AR" sz="2000" spc="-1" strike="noStrike">
                <a:solidFill>
                  <a:srgbClr val="000000"/>
                </a:solidFill>
                <a:latin typeface="Arial"/>
              </a:rPr>
              <a:t>Pulse para editar el formato de texto del esquema</a:t>
            </a:r>
            <a:endParaRPr b="0" lang="es-AR" sz="2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2000" spc="-1" strike="noStrike">
                <a:solidFill>
                  <a:srgbClr val="000000"/>
                </a:solidFill>
                <a:latin typeface="Arial"/>
              </a:rPr>
              <a:t>Segundo nivel del esquema</a:t>
            </a:r>
            <a:endParaRPr b="0" lang="es-AR"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2000" spc="-1" strike="noStrike">
                <a:solidFill>
                  <a:srgbClr val="000000"/>
                </a:solidFill>
                <a:latin typeface="Arial"/>
              </a:rPr>
              <a:t>Tercer nivel del esquema</a:t>
            </a:r>
            <a:endParaRPr b="0" lang="es-AR"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2000" spc="-1" strike="noStrike">
                <a:solidFill>
                  <a:srgbClr val="000000"/>
                </a:solidFill>
                <a:latin typeface="Arial"/>
              </a:rPr>
              <a:t>Cuarto nivel del esquema</a:t>
            </a:r>
            <a:endParaRPr b="0" lang="es-A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cxnSp>
        <p:nvCxnSpPr>
          <p:cNvPr id="383" name="Google Shape;106;p156"/>
          <p:cNvCxnSpPr/>
          <p:nvPr/>
        </p:nvCxnSpPr>
        <p:spPr>
          <a:xfrm>
            <a:off x="625680" y="1772640"/>
            <a:ext cx="10816560" cy="360"/>
          </a:xfrm>
          <a:prstGeom prst="straightConnector1">
            <a:avLst/>
          </a:prstGeom>
          <a:ln w="9525">
            <a:solidFill>
              <a:srgbClr val="bf0000"/>
            </a:solidFill>
            <a:round/>
          </a:ln>
        </p:spPr>
      </p:cxnSp>
      <p:sp>
        <p:nvSpPr>
          <p:cNvPr id="384" name="PlaceHolder 4"/>
          <p:cNvSpPr>
            <a:spLocks noGrp="1"/>
          </p:cNvSpPr>
          <p:nvPr>
            <p:ph type="dt" idx="26"/>
          </p:nvPr>
        </p:nvSpPr>
        <p:spPr>
          <a:xfrm>
            <a:off x="2577960" y="6543360"/>
            <a:ext cx="829080" cy="255600"/>
          </a:xfrm>
          <a:prstGeom prst="rect">
            <a:avLst/>
          </a:prstGeom>
          <a:noFill/>
          <a:ln w="0">
            <a:noFill/>
          </a:ln>
        </p:spPr>
        <p:txBody>
          <a:bodyPr anchor="t">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385" name="PlaceHolder 5"/>
          <p:cNvSpPr>
            <a:spLocks noGrp="1"/>
          </p:cNvSpPr>
          <p:nvPr>
            <p:ph type="ftr" idx="27"/>
          </p:nvPr>
        </p:nvSpPr>
        <p:spPr>
          <a:xfrm>
            <a:off x="169560" y="6554520"/>
            <a:ext cx="2163240" cy="212760"/>
          </a:xfrm>
          <a:prstGeom prst="rect">
            <a:avLst/>
          </a:prstGeom>
          <a:noFill/>
          <a:ln w="0">
            <a:noFill/>
          </a:ln>
        </p:spPr>
        <p:txBody>
          <a:bodyPr anchor="t">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386" name="Google Shape;109;p156"/>
          <p:cNvSpPr/>
          <p:nvPr/>
        </p:nvSpPr>
        <p:spPr>
          <a:xfrm>
            <a:off x="5197320" y="6484320"/>
            <a:ext cx="664560" cy="216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820" spc="-1" strike="noStrike">
                <a:solidFill>
                  <a:srgbClr val="888888"/>
                </a:solidFill>
                <a:latin typeface="Arial"/>
                <a:ea typeface="Arial"/>
              </a:rPr>
              <a:t>Fuente:</a:t>
            </a:r>
            <a:endParaRPr b="0" lang="es-AR" sz="820" spc="-1" strike="noStrike">
              <a:solidFill>
                <a:srgbClr val="000000"/>
              </a:solidFill>
              <a:latin typeface="Arial"/>
            </a:endParaRPr>
          </a:p>
        </p:txBody>
      </p:sp>
      <p:cxnSp>
        <p:nvCxnSpPr>
          <p:cNvPr id="387" name="Google Shape;110;p156"/>
          <p:cNvCxnSpPr/>
          <p:nvPr/>
        </p:nvCxnSpPr>
        <p:spPr>
          <a:xfrm>
            <a:off x="625680" y="1772640"/>
            <a:ext cx="10816560" cy="360"/>
          </a:xfrm>
          <a:prstGeom prst="straightConnector1">
            <a:avLst/>
          </a:prstGeom>
          <a:ln w="9525">
            <a:solidFill>
              <a:srgbClr val="bf0000"/>
            </a:solidFill>
            <a:round/>
          </a:ln>
        </p:spPr>
      </p:cxnSp>
      <p:sp>
        <p:nvSpPr>
          <p:cNvPr id="388" name="Google Shape;111;p156"/>
          <p:cNvSpPr/>
          <p:nvPr/>
        </p:nvSpPr>
        <p:spPr>
          <a:xfrm>
            <a:off x="-1537200" y="6446520"/>
            <a:ext cx="4842000" cy="364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bfb"/>
        </a:solidFill>
      </p:bgPr>
    </p:bg>
    <p:spTree>
      <p:nvGrpSpPr>
        <p:cNvPr id="1" name=""/>
        <p:cNvGrpSpPr/>
        <p:nvPr/>
      </p:nvGrpSpPr>
      <p:grpSpPr>
        <a:xfrm>
          <a:off x="0" y="0"/>
          <a:ext cx="0" cy="0"/>
          <a:chOff x="0" y="0"/>
          <a:chExt cx="0" cy="0"/>
        </a:xfrm>
      </p:grpSpPr>
      <p:sp>
        <p:nvSpPr>
          <p:cNvPr id="425" name="Google Shape;10;p31"/>
          <p:cNvSpPr/>
          <p:nvPr/>
        </p:nvSpPr>
        <p:spPr>
          <a:xfrm>
            <a:off x="0" y="6419880"/>
            <a:ext cx="12240720" cy="45684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426" name="Google Shape;11;p31"/>
          <p:cNvSpPr/>
          <p:nvPr/>
        </p:nvSpPr>
        <p:spPr>
          <a:xfrm>
            <a:off x="0" y="6334200"/>
            <a:ext cx="12240720" cy="66240"/>
          </a:xfrm>
          <a:prstGeom prst="rect">
            <a:avLst/>
          </a:prstGeom>
          <a:solidFill>
            <a:schemeClr val="accent1"/>
          </a:solidFill>
          <a:ln w="0">
            <a:noFill/>
          </a:ln>
        </p:spPr>
        <p:style>
          <a:lnRef idx="0"/>
          <a:fillRef idx="0"/>
          <a:effectRef idx="0"/>
          <a:fontRef idx="minor"/>
        </p:style>
        <p:txBody>
          <a:bodyPr tIns="33120" bIns="33120" anchor="ctr">
            <a:noAutofit/>
          </a:bodyPr>
          <a:p>
            <a:pPr>
              <a:lnSpc>
                <a:spcPct val="100000"/>
              </a:lnSpc>
              <a:tabLst>
                <a:tab algn="l" pos="0"/>
              </a:tabLst>
            </a:pPr>
            <a:endParaRPr b="0" lang="es-AR" sz="1400" spc="-1" strike="noStrike">
              <a:solidFill>
                <a:srgbClr val="000000"/>
              </a:solidFill>
              <a:latin typeface="Arial"/>
              <a:ea typeface="Arial"/>
            </a:endParaRPr>
          </a:p>
        </p:txBody>
      </p:sp>
      <p:cxnSp>
        <p:nvCxnSpPr>
          <p:cNvPr id="427" name="Google Shape;16;p31"/>
          <p:cNvCxnSpPr/>
          <p:nvPr/>
        </p:nvCxnSpPr>
        <p:spPr>
          <a:xfrm>
            <a:off x="1198080" y="1737720"/>
            <a:ext cx="10007640" cy="360"/>
          </a:xfrm>
          <a:prstGeom prst="straightConnector1">
            <a:avLst/>
          </a:prstGeom>
          <a:ln w="9525">
            <a:solidFill>
              <a:srgbClr val="7f7f7f"/>
            </a:solidFill>
            <a:round/>
          </a:ln>
        </p:spPr>
      </p:cxnSp>
      <p:sp>
        <p:nvSpPr>
          <p:cNvPr id="428" name="PlaceHolder 1"/>
          <p:cNvSpPr>
            <a:spLocks noGrp="1"/>
          </p:cNvSpPr>
          <p:nvPr>
            <p:ph type="title"/>
          </p:nvPr>
        </p:nvSpPr>
        <p:spPr>
          <a:xfrm>
            <a:off x="626040" y="499680"/>
            <a:ext cx="10850040" cy="1272960"/>
          </a:xfrm>
          <a:prstGeom prst="rect">
            <a:avLst/>
          </a:prstGeom>
          <a:noFill/>
          <a:ln w="0">
            <a:noFill/>
          </a:ln>
        </p:spPr>
        <p:txBody>
          <a:bodyPr anchor="ctr">
            <a:normAutofit/>
          </a:bodyPr>
          <a:p>
            <a:pPr indent="0">
              <a:buNone/>
            </a:pPr>
            <a:r>
              <a:rPr b="0" lang="es-AR" sz="3000" spc="-1" strike="noStrike">
                <a:solidFill>
                  <a:srgbClr val="000000"/>
                </a:solidFill>
                <a:latin typeface="Arial"/>
              </a:rPr>
              <a:t>Pulse para editar el formato del texto de título</a:t>
            </a:r>
            <a:endParaRPr b="0" lang="es-AR" sz="3000" spc="-1" strike="noStrike">
              <a:solidFill>
                <a:srgbClr val="000000"/>
              </a:solidFill>
              <a:latin typeface="Arial"/>
            </a:endParaRPr>
          </a:p>
        </p:txBody>
      </p:sp>
      <p:sp>
        <p:nvSpPr>
          <p:cNvPr id="429" name="PlaceHolder 2"/>
          <p:cNvSpPr>
            <a:spLocks noGrp="1"/>
          </p:cNvSpPr>
          <p:nvPr>
            <p:ph type="body"/>
          </p:nvPr>
        </p:nvSpPr>
        <p:spPr>
          <a:xfrm>
            <a:off x="679320" y="1998000"/>
            <a:ext cx="4681800" cy="3767040"/>
          </a:xfrm>
          <a:prstGeom prst="rect">
            <a:avLst/>
          </a:prstGeom>
          <a:noFill/>
          <a:ln w="0">
            <a:noFill/>
          </a:ln>
        </p:spPr>
        <p:txBody>
          <a:bodyPr anchor="t">
            <a:normAutofit/>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430" name="PlaceHolder 3"/>
          <p:cNvSpPr>
            <a:spLocks noGrp="1"/>
          </p:cNvSpPr>
          <p:nvPr>
            <p:ph type="body"/>
          </p:nvPr>
        </p:nvSpPr>
        <p:spPr>
          <a:xfrm>
            <a:off x="6035760" y="1998000"/>
            <a:ext cx="4681800" cy="3767040"/>
          </a:xfrm>
          <a:prstGeom prst="rect">
            <a:avLst/>
          </a:prstGeom>
          <a:noFill/>
          <a:ln w="0">
            <a:noFill/>
          </a:ln>
        </p:spPr>
        <p:txBody>
          <a:bodyPr anchor="t">
            <a:normAutofit/>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431" name="PlaceHolder 4"/>
          <p:cNvSpPr>
            <a:spLocks noGrp="1"/>
          </p:cNvSpPr>
          <p:nvPr>
            <p:ph type="sldNum" idx="28"/>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7719" spc="-1" strike="noStrike">
                <a:solidFill>
                  <a:schemeClr val="accent1"/>
                </a:solidFill>
                <a:latin typeface="Calibri"/>
                <a:ea typeface="Calibri"/>
              </a:defRPr>
            </a:lvl1pPr>
          </a:lstStyle>
          <a:p>
            <a:pPr indent="0" algn="r">
              <a:lnSpc>
                <a:spcPct val="100000"/>
              </a:lnSpc>
              <a:buNone/>
              <a:tabLst>
                <a:tab algn="l" pos="0"/>
              </a:tabLst>
            </a:pPr>
            <a:fld id="{B4AEF59D-0EE6-4665-821A-BC50CC8006C1}" type="slidenum">
              <a:rPr b="0" lang="es-ES" sz="7719" spc="-1" strike="noStrike">
                <a:solidFill>
                  <a:schemeClr val="accent1"/>
                </a:solidFill>
                <a:latin typeface="Calibri"/>
                <a:ea typeface="Calibri"/>
              </a:rPr>
              <a:t>&lt;número&gt;</a:t>
            </a:fld>
            <a:endParaRPr b="0" lang="es-AR" sz="7719" spc="-1" strike="noStrike">
              <a:solidFill>
                <a:srgbClr val="000000"/>
              </a:solidFill>
              <a:latin typeface="Times New Roman"/>
            </a:endParaRPr>
          </a:p>
        </p:txBody>
      </p:sp>
      <p:sp>
        <p:nvSpPr>
          <p:cNvPr id="432" name="Google Shape;117;p157"/>
          <p:cNvSpPr/>
          <p:nvPr/>
        </p:nvSpPr>
        <p:spPr>
          <a:xfrm>
            <a:off x="5197320" y="6484320"/>
            <a:ext cx="664560" cy="216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820" spc="-1" strike="noStrike">
                <a:solidFill>
                  <a:srgbClr val="888888"/>
                </a:solidFill>
                <a:latin typeface="Arial"/>
                <a:ea typeface="Arial"/>
              </a:rPr>
              <a:t>Fuente:</a:t>
            </a:r>
            <a:endParaRPr b="0" lang="es-AR" sz="820" spc="-1" strike="noStrike">
              <a:solidFill>
                <a:srgbClr val="000000"/>
              </a:solidFill>
              <a:latin typeface="Arial"/>
            </a:endParaRPr>
          </a:p>
        </p:txBody>
      </p:sp>
      <p:sp>
        <p:nvSpPr>
          <p:cNvPr id="433" name="PlaceHolder 5"/>
          <p:cNvSpPr>
            <a:spLocks noGrp="1"/>
          </p:cNvSpPr>
          <p:nvPr>
            <p:ph type="body"/>
          </p:nvPr>
        </p:nvSpPr>
        <p:spPr>
          <a:xfrm>
            <a:off x="5976000" y="6509520"/>
            <a:ext cx="2170800" cy="304920"/>
          </a:xfrm>
          <a:prstGeom prst="rect">
            <a:avLst/>
          </a:prstGeom>
          <a:noFill/>
          <a:ln w="0">
            <a:noFill/>
          </a:ln>
        </p:spPr>
        <p:txBody>
          <a:bodyPr anchor="t">
            <a:noAutofit/>
          </a:bodyPr>
          <a:p>
            <a:pPr marL="432000" indent="-324000">
              <a:spcBef>
                <a:spcPts val="1417"/>
              </a:spcBef>
              <a:buClr>
                <a:srgbClr val="000000"/>
              </a:buClr>
              <a:buSzPct val="45000"/>
              <a:buFont typeface="Wingdings" charset="2"/>
              <a:buChar char=""/>
            </a:pPr>
            <a:r>
              <a:rPr b="0" lang="es-AR" sz="820" spc="-1" strike="noStrike">
                <a:solidFill>
                  <a:srgbClr val="000000"/>
                </a:solidFill>
                <a:latin typeface="Arial"/>
              </a:rPr>
              <a:t>Pulse para editar el formato de texto del esquema</a:t>
            </a:r>
            <a:endParaRPr b="0" lang="es-AR" sz="82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820" spc="-1" strike="noStrike">
                <a:solidFill>
                  <a:srgbClr val="000000"/>
                </a:solidFill>
                <a:latin typeface="Arial"/>
              </a:rPr>
              <a:t>Segundo nivel del esquema</a:t>
            </a:r>
            <a:endParaRPr b="0" lang="es-AR" sz="82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820" spc="-1" strike="noStrike">
                <a:solidFill>
                  <a:srgbClr val="000000"/>
                </a:solidFill>
                <a:latin typeface="Arial"/>
              </a:rPr>
              <a:t>Tercer nivel del esquema</a:t>
            </a:r>
            <a:endParaRPr b="0" lang="es-AR" sz="82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820" spc="-1" strike="noStrike">
                <a:solidFill>
                  <a:srgbClr val="000000"/>
                </a:solidFill>
                <a:latin typeface="Arial"/>
              </a:rPr>
              <a:t>Cuarto nivel del esquema</a:t>
            </a:r>
            <a:endParaRPr b="0" lang="es-AR" sz="82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820" spc="-1" strike="noStrike">
                <a:solidFill>
                  <a:srgbClr val="000000"/>
                </a:solidFill>
                <a:latin typeface="Arial"/>
              </a:rPr>
              <a:t>Quinto nivel del esquema</a:t>
            </a:r>
            <a:endParaRPr b="0" lang="es-AR" sz="82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820" spc="-1" strike="noStrike">
                <a:solidFill>
                  <a:srgbClr val="000000"/>
                </a:solidFill>
                <a:latin typeface="Arial"/>
              </a:rPr>
              <a:t>Sexto nivel del esquema</a:t>
            </a:r>
            <a:endParaRPr b="0" lang="es-AR" sz="82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820" spc="-1" strike="noStrike">
                <a:solidFill>
                  <a:srgbClr val="000000"/>
                </a:solidFill>
                <a:latin typeface="Arial"/>
              </a:rPr>
              <a:t>Séptimo nivel del esquema</a:t>
            </a:r>
            <a:endParaRPr b="0" lang="es-AR" sz="820" spc="-1" strike="noStrike">
              <a:solidFill>
                <a:srgbClr val="000000"/>
              </a:solidFill>
              <a:latin typeface="Arial"/>
            </a:endParaRPr>
          </a:p>
        </p:txBody>
      </p:sp>
      <p:sp>
        <p:nvSpPr>
          <p:cNvPr id="434" name="PlaceHolder 6"/>
          <p:cNvSpPr>
            <a:spLocks noGrp="1"/>
          </p:cNvSpPr>
          <p:nvPr>
            <p:ph type="dt" idx="29"/>
          </p:nvPr>
        </p:nvSpPr>
        <p:spPr>
          <a:xfrm>
            <a:off x="2910600" y="6511680"/>
            <a:ext cx="829080" cy="255600"/>
          </a:xfrm>
          <a:prstGeom prst="rect">
            <a:avLst/>
          </a:prstGeom>
          <a:noFill/>
          <a:ln w="0">
            <a:noFill/>
          </a:ln>
        </p:spPr>
        <p:txBody>
          <a:bodyPr anchor="t">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435" name="PlaceHolder 7"/>
          <p:cNvSpPr>
            <a:spLocks noGrp="1"/>
          </p:cNvSpPr>
          <p:nvPr>
            <p:ph type="ftr" idx="30"/>
          </p:nvPr>
        </p:nvSpPr>
        <p:spPr>
          <a:xfrm>
            <a:off x="169560" y="6554520"/>
            <a:ext cx="2163240" cy="212760"/>
          </a:xfrm>
          <a:prstGeom prst="rect">
            <a:avLst/>
          </a:prstGeom>
          <a:noFill/>
          <a:ln w="0">
            <a:noFill/>
          </a:ln>
        </p:spPr>
        <p:txBody>
          <a:bodyPr anchor="t">
            <a:noAutofit/>
          </a:bodyPr>
          <a:lstStyle>
            <a:lvl1pPr indent="0" algn="ctr">
              <a:buNone/>
              <a:defRPr b="0" lang="es-AR" sz="1400" spc="-1" strike="noStrike">
                <a:solidFill>
                  <a:srgbClr val="000000"/>
                </a:solidFill>
                <a:latin typeface="Times New Roman"/>
              </a:defRPr>
            </a:lvl1pPr>
          </a:lstStyle>
          <a:p>
            <a:pPr indent="0" algn="ctr">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hyperlink" Target="https://asignaturas.info.unlp.edu.ar/" TargetMode="External"/><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4.jpeg"/><Relationship Id="rId3"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3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20.jpeg"/><Relationship Id="rId5" Type="http://schemas.openxmlformats.org/officeDocument/2006/relationships/slideLayout" Target="../slideLayouts/slideLayout37.xml"/>
</Relationships>
</file>

<file path=ppt/slides/_rels/slide26.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74.xml"/>
</Relationships>
</file>

<file path=ppt/slides/_rels/slide3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85.xml"/>
</Relationships>
</file>

<file path=ppt/slides/_rels/slide31.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image" Target="../media/image26.jpeg"/><Relationship Id="rId4"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42.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85.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4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85.xml"/>
</Relationships>
</file>

<file path=ppt/slides/_rels/slide47.xml.rels><?xml version="1.0" encoding="UTF-8"?>
<Relationships xmlns="http://schemas.openxmlformats.org/package/2006/relationships"><Relationship Id="rId1" Type="http://schemas.openxmlformats.org/officeDocument/2006/relationships/image" Target="../media/image33.jpeg"/><Relationship Id="rId2" Type="http://schemas.openxmlformats.org/officeDocument/2006/relationships/slideLayout" Target="../slideLayouts/slideLayout85.xml"/>
</Relationships>
</file>

<file path=ppt/slides/_rels/slide48.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85.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4.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85.xml"/>
</Relationships>
</file>

<file path=ppt/slides/_rels/slide5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6.png"/><Relationship Id="rId3" Type="http://schemas.openxmlformats.org/officeDocument/2006/relationships/slideLayout" Target="../slideLayouts/slideLayout8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59.xml.rels><?xml version="1.0" encoding="UTF-8"?>
<Relationships xmlns="http://schemas.openxmlformats.org/package/2006/relationships"><Relationship Id="rId1" Type="http://schemas.openxmlformats.org/officeDocument/2006/relationships/image" Target="../media/image37.jpeg"/><Relationship Id="rId2" Type="http://schemas.openxmlformats.org/officeDocument/2006/relationships/slideLayout" Target="../slideLayouts/slideLayout85.xml"/>
</Relationships>
</file>

<file path=ppt/slides/_rels/slide60.xml.rels><?xml version="1.0" encoding="UTF-8"?>
<Relationships xmlns="http://schemas.openxmlformats.org/package/2006/relationships"><Relationship Id="rId1" Type="http://schemas.openxmlformats.org/officeDocument/2006/relationships/image" Target="../media/image38.jpeg"/><Relationship Id="rId2" Type="http://schemas.openxmlformats.org/officeDocument/2006/relationships/slideLayout" Target="../slideLayouts/slideLayout85.xml"/>
</Relationships>
</file>

<file path=ppt/slides/_rels/slide61.xml.rels><?xml version="1.0" encoding="UTF-8"?>
<Relationships xmlns="http://schemas.openxmlformats.org/package/2006/relationships"><Relationship Id="rId1" Type="http://schemas.openxmlformats.org/officeDocument/2006/relationships/image" Target="../media/image39.jpeg"/><Relationship Id="rId2" Type="http://schemas.openxmlformats.org/officeDocument/2006/relationships/slideLayout" Target="../slideLayouts/slideLayout85.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69.xml.rels><?xml version="1.0" encoding="UTF-8"?>
<Relationships xmlns="http://schemas.openxmlformats.org/package/2006/relationships"><Relationship Id="rId1" Type="http://schemas.openxmlformats.org/officeDocument/2006/relationships/image" Target="../media/image40.gif"/><Relationship Id="rId2" Type="http://schemas.openxmlformats.org/officeDocument/2006/relationships/slideLayout" Target="../slideLayouts/slideLayout85.xml"/>
</Relationships>
</file>

<file path=ppt/slides/_rels/slide70.xml.rels><?xml version="1.0" encoding="UTF-8"?>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85.xml"/>
</Relationships>
</file>

<file path=ppt/slides/_rels/slide71.xml.rels><?xml version="1.0" encoding="UTF-8"?>
<Relationships xmlns="http://schemas.openxmlformats.org/package/2006/relationships"><Relationship Id="rId1" Type="http://schemas.openxmlformats.org/officeDocument/2006/relationships/image" Target="../media/image42.jpeg"/><Relationship Id="rId2" Type="http://schemas.openxmlformats.org/officeDocument/2006/relationships/slideLayout" Target="../slideLayouts/slideLayout85.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09.xml"/>
</Relationships>
</file>

<file path=ppt/slides/_rels/slide74.xml.rels><?xml version="1.0" encoding="UTF-8"?>
<Relationships xmlns="http://schemas.openxmlformats.org/package/2006/relationships"><Relationship Id="rId1" Type="http://schemas.openxmlformats.org/officeDocument/2006/relationships/image" Target="../media/image43.jpeg"/><Relationship Id="rId2" Type="http://schemas.openxmlformats.org/officeDocument/2006/relationships/slideLayout" Target="../slideLayouts/slideLayout85.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76.xml.rels><?xml version="1.0" encoding="UTF-8"?>
<Relationships xmlns="http://schemas.openxmlformats.org/package/2006/relationships"><Relationship Id="rId1" Type="http://schemas.openxmlformats.org/officeDocument/2006/relationships/image" Target="../media/image44.gif"/><Relationship Id="rId2" Type="http://schemas.openxmlformats.org/officeDocument/2006/relationships/slideLayout" Target="../slideLayouts/slideLayout85.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title"/>
          </p:nvPr>
        </p:nvSpPr>
        <p:spPr>
          <a:xfrm>
            <a:off x="553680" y="5181120"/>
            <a:ext cx="10823760" cy="613080"/>
          </a:xfrm>
          <a:prstGeom prst="rect">
            <a:avLst/>
          </a:prstGeom>
          <a:noFill/>
          <a:ln w="0">
            <a:noFill/>
          </a:ln>
        </p:spPr>
        <p:txBody>
          <a:bodyPr anchor="b">
            <a:noAutofit/>
          </a:bodyPr>
          <a:p>
            <a:pPr indent="0">
              <a:lnSpc>
                <a:spcPct val="85000"/>
              </a:lnSpc>
              <a:buNone/>
              <a:tabLst>
                <a:tab algn="l" pos="0"/>
              </a:tabLst>
            </a:pPr>
            <a:r>
              <a:rPr b="0" lang="es-ES" sz="3300" spc="-1" strike="noStrike">
                <a:solidFill>
                  <a:srgbClr val="c00000"/>
                </a:solidFill>
                <a:latin typeface="Calibri"/>
                <a:ea typeface="Calibri"/>
              </a:rPr>
              <a:t>Ingeniería de Software I – Clase 1</a:t>
            </a:r>
            <a:endParaRPr b="0" lang="es-AR" sz="3300" spc="-1" strike="noStrike">
              <a:solidFill>
                <a:srgbClr val="000000"/>
              </a:solidFill>
              <a:latin typeface="Arial"/>
            </a:endParaRPr>
          </a:p>
        </p:txBody>
      </p:sp>
      <p:pic>
        <p:nvPicPr>
          <p:cNvPr id="479" name="Google Shape;298;p1" descr=""/>
          <p:cNvPicPr/>
          <p:nvPr/>
        </p:nvPicPr>
        <p:blipFill>
          <a:blip r:embed="rId1"/>
          <a:stretch/>
        </p:blipFill>
        <p:spPr>
          <a:xfrm>
            <a:off x="10801800" y="4975200"/>
            <a:ext cx="1151640" cy="11516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0" lang="es-ES" sz="4800" spc="-1" strike="noStrike">
                <a:solidFill>
                  <a:srgbClr val="3f3f3f"/>
                </a:solidFill>
                <a:latin typeface="Calibri"/>
                <a:ea typeface="Calibri"/>
              </a:rPr>
              <a:t>Ingeniería de Software I </a:t>
            </a:r>
            <a:endParaRPr b="0" lang="es-AR" sz="4800" spc="-1" strike="noStrike">
              <a:solidFill>
                <a:srgbClr val="000000"/>
              </a:solidFill>
              <a:latin typeface="Arial"/>
            </a:endParaRPr>
          </a:p>
        </p:txBody>
      </p:sp>
      <p:sp>
        <p:nvSpPr>
          <p:cNvPr id="481" name="PlaceHolder 2"/>
          <p:cNvSpPr>
            <a:spLocks noGrp="1"/>
          </p:cNvSpPr>
          <p:nvPr>
            <p:ph/>
          </p:nvPr>
        </p:nvSpPr>
        <p:spPr>
          <a:xfrm>
            <a:off x="1101600" y="1845720"/>
            <a:ext cx="10098720" cy="4388400"/>
          </a:xfrm>
          <a:prstGeom prst="rect">
            <a:avLst/>
          </a:prstGeom>
          <a:noFill/>
          <a:ln w="0">
            <a:noFill/>
          </a:ln>
        </p:spPr>
        <p:txBody>
          <a:bodyPr lIns="0" rIns="0" anchor="t">
            <a:normAutofit fontScale="92000"/>
          </a:bodyPr>
          <a:p>
            <a:pPr marL="113400" indent="0">
              <a:lnSpc>
                <a:spcPct val="90000"/>
              </a:lnSpc>
              <a:spcBef>
                <a:spcPts val="1199"/>
              </a:spcBef>
              <a:buNone/>
              <a:tabLst>
                <a:tab algn="l" pos="0"/>
              </a:tabLst>
            </a:pPr>
            <a:r>
              <a:rPr b="0" lang="es-ES" sz="3000" spc="-1" strike="noStrike">
                <a:solidFill>
                  <a:srgbClr val="3f3f3f"/>
                </a:solidFill>
                <a:latin typeface="Calibri"/>
                <a:ea typeface="Calibri"/>
              </a:rPr>
              <a:t>Materia semestral correspondiente a 2do. año de:</a:t>
            </a:r>
            <a:endParaRPr b="0" lang="es-AR" sz="3000" spc="-1" strike="noStrike">
              <a:solidFill>
                <a:srgbClr val="000000"/>
              </a:solidFill>
              <a:latin typeface="Arial"/>
            </a:endParaRPr>
          </a:p>
          <a:p>
            <a:pPr marL="454320" indent="0">
              <a:lnSpc>
                <a:spcPct val="90000"/>
              </a:lnSpc>
              <a:spcBef>
                <a:spcPts val="1199"/>
              </a:spcBef>
              <a:buNone/>
              <a:tabLst>
                <a:tab algn="l" pos="0"/>
              </a:tabLst>
            </a:pPr>
            <a:r>
              <a:rPr b="0" lang="es-ES" sz="3000" spc="-1" strike="noStrike">
                <a:solidFill>
                  <a:srgbClr val="3f3f3f"/>
                </a:solidFill>
                <a:latin typeface="Calibri"/>
                <a:ea typeface="Calibri"/>
              </a:rPr>
              <a:t> </a:t>
            </a:r>
            <a:endParaRPr b="0" lang="es-AR" sz="3000" spc="-1" strike="noStrike">
              <a:solidFill>
                <a:srgbClr val="000000"/>
              </a:solidFill>
              <a:latin typeface="Arial"/>
            </a:endParaRPr>
          </a:p>
          <a:p>
            <a:pPr marL="454320" indent="0">
              <a:lnSpc>
                <a:spcPct val="90000"/>
              </a:lnSpc>
              <a:spcBef>
                <a:spcPts val="1199"/>
              </a:spcBef>
              <a:buNone/>
              <a:tabLst>
                <a:tab algn="l" pos="0"/>
              </a:tabLst>
            </a:pPr>
            <a:r>
              <a:rPr b="0" lang="es-ES" sz="3000" spc="-1" strike="noStrike">
                <a:solidFill>
                  <a:srgbClr val="3f3f3f"/>
                </a:solidFill>
                <a:latin typeface="Calibri"/>
                <a:ea typeface="Calibri"/>
              </a:rPr>
              <a:t>Lic. en Sistemas </a:t>
            </a:r>
            <a:endParaRPr b="0" lang="es-AR" sz="3000" spc="-1" strike="noStrike">
              <a:solidFill>
                <a:srgbClr val="000000"/>
              </a:solidFill>
              <a:latin typeface="Arial"/>
            </a:endParaRPr>
          </a:p>
          <a:p>
            <a:pPr marL="454320" indent="0">
              <a:lnSpc>
                <a:spcPct val="90000"/>
              </a:lnSpc>
              <a:spcBef>
                <a:spcPts val="1199"/>
              </a:spcBef>
              <a:buNone/>
              <a:tabLst>
                <a:tab algn="l" pos="0"/>
              </a:tabLst>
            </a:pPr>
            <a:r>
              <a:rPr b="0" lang="es-ES" sz="3000" spc="-1" strike="noStrike">
                <a:solidFill>
                  <a:srgbClr val="3f3f3f"/>
                </a:solidFill>
                <a:latin typeface="Calibri"/>
                <a:ea typeface="Calibri"/>
              </a:rPr>
              <a:t>Lic. en Informática</a:t>
            </a:r>
            <a:endParaRPr b="0" lang="es-AR" sz="3000" spc="-1" strike="noStrike">
              <a:solidFill>
                <a:srgbClr val="000000"/>
              </a:solidFill>
              <a:latin typeface="Arial"/>
            </a:endParaRPr>
          </a:p>
          <a:p>
            <a:pPr marL="454320" indent="0">
              <a:lnSpc>
                <a:spcPct val="90000"/>
              </a:lnSpc>
              <a:spcBef>
                <a:spcPts val="1199"/>
              </a:spcBef>
              <a:buNone/>
              <a:tabLst>
                <a:tab algn="l" pos="0"/>
              </a:tabLst>
            </a:pPr>
            <a:r>
              <a:rPr b="0" lang="es-ES" sz="3000" spc="-1" strike="noStrike">
                <a:solidFill>
                  <a:srgbClr val="3f3f3f"/>
                </a:solidFill>
                <a:latin typeface="Calibri"/>
                <a:ea typeface="Calibri"/>
              </a:rPr>
              <a:t>Analista Programador Universitario</a:t>
            </a:r>
            <a:endParaRPr b="0" lang="es-AR" sz="3000" spc="-1" strike="noStrike">
              <a:solidFill>
                <a:srgbClr val="000000"/>
              </a:solidFill>
              <a:latin typeface="Arial"/>
            </a:endParaRPr>
          </a:p>
          <a:p>
            <a:pPr marL="454320" indent="0">
              <a:lnSpc>
                <a:spcPct val="90000"/>
              </a:lnSpc>
              <a:spcBef>
                <a:spcPts val="1199"/>
              </a:spcBef>
              <a:buNone/>
              <a:tabLst>
                <a:tab algn="l" pos="0"/>
              </a:tabLst>
            </a:pPr>
            <a:r>
              <a:rPr b="0" lang="es-ES" sz="3000" spc="-1" strike="noStrike">
                <a:solidFill>
                  <a:srgbClr val="3f3f3f"/>
                </a:solidFill>
                <a:latin typeface="Calibri"/>
                <a:ea typeface="Calibri"/>
              </a:rPr>
              <a:t>Analista en TIC</a:t>
            </a:r>
            <a:endParaRPr b="0" lang="es-AR" sz="3000" spc="-1" strike="noStrike">
              <a:solidFill>
                <a:srgbClr val="000000"/>
              </a:solidFill>
              <a:latin typeface="Arial"/>
            </a:endParaRPr>
          </a:p>
          <a:p>
            <a:pPr marL="454320" indent="0">
              <a:lnSpc>
                <a:spcPct val="90000"/>
              </a:lnSpc>
              <a:spcBef>
                <a:spcPts val="1199"/>
              </a:spcBef>
              <a:buNone/>
              <a:tabLst>
                <a:tab algn="l" pos="0"/>
              </a:tabLst>
            </a:pPr>
            <a:endParaRPr b="0" lang="es-AR" sz="3000" spc="-1" strike="noStrike">
              <a:solidFill>
                <a:srgbClr val="000000"/>
              </a:solidFill>
              <a:latin typeface="Arial"/>
            </a:endParaRPr>
          </a:p>
          <a:p>
            <a:pPr marL="454320" indent="-340920">
              <a:lnSpc>
                <a:spcPct val="90000"/>
              </a:lnSpc>
              <a:spcBef>
                <a:spcPts val="1199"/>
              </a:spcBef>
              <a:buClr>
                <a:srgbClr val="549e39"/>
              </a:buClr>
              <a:buSzPct val="65000"/>
              <a:buFont typeface="Calibri"/>
              <a:buChar char=" "/>
              <a:tabLst>
                <a:tab algn="l" pos="0"/>
              </a:tabLst>
            </a:pPr>
            <a:r>
              <a:rPr b="0" lang="es-ES" sz="3000" spc="-1" strike="noStrike">
                <a:solidFill>
                  <a:srgbClr val="3f3f3f"/>
                </a:solidFill>
                <a:latin typeface="Calibri"/>
                <a:ea typeface="Calibri"/>
              </a:rPr>
              <a:t>Correlativa:</a:t>
            </a:r>
            <a:endParaRPr b="0" lang="es-AR" sz="3000" spc="-1" strike="noStrike">
              <a:solidFill>
                <a:srgbClr val="000000"/>
              </a:solidFill>
              <a:latin typeface="Arial"/>
            </a:endParaRPr>
          </a:p>
          <a:p>
            <a:pPr lvl="1" marL="909000" indent="-340920">
              <a:lnSpc>
                <a:spcPct val="90000"/>
              </a:lnSpc>
              <a:spcBef>
                <a:spcPts val="201"/>
              </a:spcBef>
              <a:buClr>
                <a:srgbClr val="549e39"/>
              </a:buClr>
              <a:buSzPct val="65000"/>
              <a:buFont typeface="Calibri"/>
              <a:buChar char="◦"/>
              <a:tabLst>
                <a:tab algn="l" pos="0"/>
              </a:tabLst>
            </a:pPr>
            <a:r>
              <a:rPr b="0" lang="es-ES" sz="3000" spc="-1" strike="noStrike">
                <a:solidFill>
                  <a:srgbClr val="3f3f3f"/>
                </a:solidFill>
                <a:latin typeface="Calibri"/>
                <a:ea typeface="Calibri"/>
              </a:rPr>
              <a:t>Taller de Programación</a:t>
            </a:r>
            <a:endParaRPr b="0" lang="es-AR" sz="3000" spc="-1" strike="noStrike">
              <a:solidFill>
                <a:srgbClr val="000000"/>
              </a:solidFill>
              <a:latin typeface="Arial"/>
            </a:endParaRPr>
          </a:p>
          <a:p>
            <a:pPr marL="454320" indent="0">
              <a:lnSpc>
                <a:spcPct val="90000"/>
              </a:lnSpc>
              <a:spcBef>
                <a:spcPts val="1199"/>
              </a:spcBef>
              <a:buNone/>
              <a:tabLst>
                <a:tab algn="l" pos="0"/>
              </a:tabLst>
            </a:pPr>
            <a:endParaRPr b="0" lang="es-AR" sz="2800" spc="-1" strike="noStrike">
              <a:solidFill>
                <a:srgbClr val="000000"/>
              </a:solidFill>
              <a:latin typeface="Arial"/>
            </a:endParaRPr>
          </a:p>
        </p:txBody>
      </p:sp>
      <p:sp>
        <p:nvSpPr>
          <p:cNvPr id="482" name="PlaceHolder 3"/>
          <p:cNvSpPr>
            <a:spLocks noGrp="1"/>
          </p:cNvSpPr>
          <p:nvPr>
            <p:ph type="sldNum" idx="34"/>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98FCF644-D271-4BC7-8356-4770DB524BD2}" type="slidenum">
              <a:rPr b="0" lang="es-ES" sz="1050" spc="-1" strike="noStrike">
                <a:solidFill>
                  <a:srgbClr val="ffffff"/>
                </a:solidFill>
                <a:latin typeface="Calibri"/>
                <a:ea typeface="Calibri"/>
              </a:rPr>
              <a:t>2</a:t>
            </a:fld>
            <a:endParaRPr b="0" lang="es-AR" sz="1050" spc="-1" strike="noStrike">
              <a:solidFill>
                <a:srgbClr val="000000"/>
              </a:solidFill>
              <a:latin typeface="Times New Roman"/>
            </a:endParaRP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0" lang="es-ES" sz="4800" spc="-1" strike="noStrike">
                <a:solidFill>
                  <a:srgbClr val="3f3f3f"/>
                </a:solidFill>
                <a:latin typeface="Calibri"/>
                <a:ea typeface="Calibri"/>
              </a:rPr>
              <a:t>Ingeniería de Software I </a:t>
            </a:r>
            <a:endParaRPr b="0" lang="es-AR" sz="4800" spc="-1" strike="noStrike">
              <a:solidFill>
                <a:srgbClr val="000000"/>
              </a:solidFill>
              <a:latin typeface="Arial"/>
            </a:endParaRPr>
          </a:p>
        </p:txBody>
      </p:sp>
      <p:sp>
        <p:nvSpPr>
          <p:cNvPr id="484" name="PlaceHolder 2"/>
          <p:cNvSpPr>
            <a:spLocks noGrp="1"/>
          </p:cNvSpPr>
          <p:nvPr>
            <p:ph/>
          </p:nvPr>
        </p:nvSpPr>
        <p:spPr>
          <a:xfrm>
            <a:off x="1101600" y="1845720"/>
            <a:ext cx="10098720" cy="4023000"/>
          </a:xfrm>
          <a:prstGeom prst="rect">
            <a:avLst/>
          </a:prstGeom>
          <a:noFill/>
          <a:ln w="0">
            <a:noFill/>
          </a:ln>
        </p:spPr>
        <p:txBody>
          <a:bodyPr lIns="0" rIns="0" anchor="t">
            <a:normAutofit/>
          </a:bodyPr>
          <a:p>
            <a:pPr marL="457200" indent="-343080">
              <a:lnSpc>
                <a:spcPct val="90000"/>
              </a:lnSpc>
              <a:spcBef>
                <a:spcPts val="1199"/>
              </a:spcBef>
              <a:buClr>
                <a:srgbClr val="549e39"/>
              </a:buClr>
              <a:buFont typeface="Calibri"/>
              <a:buChar char=" "/>
            </a:pPr>
            <a:r>
              <a:rPr b="1" lang="es-ES" sz="2000" spc="-1" strike="noStrike">
                <a:solidFill>
                  <a:srgbClr val="3f3f3f"/>
                </a:solidFill>
                <a:latin typeface="Calibri"/>
                <a:ea typeface="Calibri"/>
              </a:rPr>
              <a:t>Turno 1</a:t>
            </a:r>
            <a:r>
              <a:rPr b="0" lang="es-ES" sz="2000" spc="-1" strike="noStrike">
                <a:solidFill>
                  <a:srgbClr val="3f3f3f"/>
                </a:solidFill>
                <a:latin typeface="Calibri"/>
                <a:ea typeface="Calibri"/>
              </a:rPr>
              <a:t> </a:t>
            </a:r>
            <a:endParaRPr b="0" lang="es-AR" sz="2000" spc="-1" strike="noStrike">
              <a:solidFill>
                <a:srgbClr val="000000"/>
              </a:solidFill>
              <a:latin typeface="Arial"/>
            </a:endParaRPr>
          </a:p>
          <a:p>
            <a:pPr lvl="2" marL="1371600" indent="-343080">
              <a:lnSpc>
                <a:spcPct val="90000"/>
              </a:lnSpc>
              <a:spcBef>
                <a:spcPts val="400"/>
              </a:spcBef>
              <a:buClr>
                <a:srgbClr val="549e39"/>
              </a:buClr>
              <a:buFont typeface="Calibri"/>
              <a:buChar char="◦"/>
            </a:pPr>
            <a:r>
              <a:rPr b="0" lang="es-ES" sz="1600" spc="-1" strike="noStrike">
                <a:solidFill>
                  <a:srgbClr val="3f3f3f"/>
                </a:solidFill>
                <a:latin typeface="Calibri"/>
                <a:ea typeface="Calibri"/>
              </a:rPr>
              <a:t>TEORÍA: LUNES 11hs (Aula 5) –  Marcos Boracchia</a:t>
            </a:r>
            <a:endParaRPr b="0" lang="es-AR" sz="1600" spc="-1" strike="noStrike">
              <a:solidFill>
                <a:srgbClr val="000000"/>
              </a:solidFill>
              <a:latin typeface="Arial"/>
            </a:endParaRPr>
          </a:p>
          <a:p>
            <a:pPr marL="457200" indent="-343080">
              <a:lnSpc>
                <a:spcPct val="90000"/>
              </a:lnSpc>
              <a:spcBef>
                <a:spcPts val="1199"/>
              </a:spcBef>
              <a:buClr>
                <a:srgbClr val="549e39"/>
              </a:buClr>
              <a:buFont typeface="Calibri"/>
              <a:buChar char=" "/>
            </a:pPr>
            <a:r>
              <a:rPr b="1" lang="es-ES" sz="2000" spc="-1" strike="noStrike">
                <a:solidFill>
                  <a:srgbClr val="3f3f3f"/>
                </a:solidFill>
                <a:latin typeface="Calibri"/>
                <a:ea typeface="Calibri"/>
              </a:rPr>
              <a:t>Turno 2</a:t>
            </a:r>
            <a:r>
              <a:rPr b="0" lang="es-ES" sz="2000" spc="-1" strike="noStrike">
                <a:solidFill>
                  <a:srgbClr val="3f3f3f"/>
                </a:solidFill>
                <a:latin typeface="Calibri"/>
                <a:ea typeface="Calibri"/>
              </a:rPr>
              <a:t> </a:t>
            </a:r>
            <a:endParaRPr b="0" lang="es-AR" sz="2000" spc="-1" strike="noStrike">
              <a:solidFill>
                <a:srgbClr val="000000"/>
              </a:solidFill>
              <a:latin typeface="Arial"/>
            </a:endParaRPr>
          </a:p>
          <a:p>
            <a:pPr lvl="2" marL="1371600" indent="-343080">
              <a:lnSpc>
                <a:spcPct val="90000"/>
              </a:lnSpc>
              <a:spcBef>
                <a:spcPts val="400"/>
              </a:spcBef>
              <a:buClr>
                <a:srgbClr val="549e39"/>
              </a:buClr>
              <a:buFont typeface="Calibri"/>
              <a:buChar char="◦"/>
            </a:pPr>
            <a:r>
              <a:rPr b="0" lang="es-ES" sz="1600" spc="-1" strike="noStrike">
                <a:solidFill>
                  <a:srgbClr val="3f3f3f"/>
                </a:solidFill>
                <a:latin typeface="Calibri"/>
                <a:ea typeface="Calibri"/>
              </a:rPr>
              <a:t>TEORIA: MIERCOLES 14hs (aula 11) –  Alejandro González</a:t>
            </a:r>
            <a:endParaRPr b="0" lang="es-AR" sz="1600" spc="-1" strike="noStrike">
              <a:solidFill>
                <a:srgbClr val="000000"/>
              </a:solidFill>
              <a:latin typeface="Arial"/>
            </a:endParaRPr>
          </a:p>
          <a:p>
            <a:pPr marL="457200" indent="-343080">
              <a:lnSpc>
                <a:spcPct val="90000"/>
              </a:lnSpc>
              <a:spcBef>
                <a:spcPts val="1199"/>
              </a:spcBef>
              <a:buClr>
                <a:srgbClr val="549e39"/>
              </a:buClr>
              <a:buFont typeface="Calibri"/>
              <a:buChar char=" "/>
            </a:pPr>
            <a:r>
              <a:rPr b="1" lang="es-ES" sz="2000" spc="-1" strike="noStrike">
                <a:solidFill>
                  <a:srgbClr val="3f3f3f"/>
                </a:solidFill>
                <a:latin typeface="Calibri"/>
                <a:ea typeface="Calibri"/>
              </a:rPr>
              <a:t>Turno 3</a:t>
            </a:r>
            <a:r>
              <a:rPr b="0" lang="es-ES" sz="2000" spc="-1" strike="noStrike">
                <a:solidFill>
                  <a:srgbClr val="3f3f3f"/>
                </a:solidFill>
                <a:latin typeface="Calibri"/>
                <a:ea typeface="Calibri"/>
              </a:rPr>
              <a:t> </a:t>
            </a:r>
            <a:endParaRPr b="0" lang="es-AR" sz="2000" spc="-1" strike="noStrike">
              <a:solidFill>
                <a:srgbClr val="000000"/>
              </a:solidFill>
              <a:latin typeface="Arial"/>
            </a:endParaRPr>
          </a:p>
          <a:p>
            <a:pPr lvl="2" marL="1371600" indent="-343080">
              <a:lnSpc>
                <a:spcPct val="90000"/>
              </a:lnSpc>
              <a:spcBef>
                <a:spcPts val="400"/>
              </a:spcBef>
              <a:buClr>
                <a:srgbClr val="549e39"/>
              </a:buClr>
              <a:buFont typeface="Calibri"/>
              <a:buChar char="◦"/>
            </a:pPr>
            <a:r>
              <a:rPr b="0" lang="es-ES" sz="1600" spc="-1" strike="noStrike">
                <a:solidFill>
                  <a:srgbClr val="3f3f3f"/>
                </a:solidFill>
                <a:latin typeface="Calibri"/>
                <a:ea typeface="Calibri"/>
              </a:rPr>
              <a:t>TEORÍA: JUEVES 17hs (aula 10B) –  Rocío Muñoz</a:t>
            </a:r>
            <a:endParaRPr b="0" lang="es-AR" sz="1600" spc="-1" strike="noStrike">
              <a:solidFill>
                <a:srgbClr val="000000"/>
              </a:solidFill>
              <a:latin typeface="Arial"/>
            </a:endParaRPr>
          </a:p>
          <a:p>
            <a:pPr marL="914400" indent="0">
              <a:lnSpc>
                <a:spcPct val="90000"/>
              </a:lnSpc>
              <a:spcBef>
                <a:spcPts val="201"/>
              </a:spcBef>
              <a:buNone/>
              <a:tabLst>
                <a:tab algn="l" pos="0"/>
              </a:tabLst>
            </a:pPr>
            <a:endParaRPr b="0" lang="es-AR" sz="2000" spc="-1" strike="noStrike">
              <a:solidFill>
                <a:srgbClr val="000000"/>
              </a:solidFill>
              <a:latin typeface="Arial"/>
            </a:endParaRPr>
          </a:p>
          <a:p>
            <a:pPr marL="914400" indent="0">
              <a:lnSpc>
                <a:spcPct val="90000"/>
              </a:lnSpc>
              <a:spcBef>
                <a:spcPts val="201"/>
              </a:spcBef>
              <a:buNone/>
              <a:tabLst>
                <a:tab algn="l" pos="0"/>
              </a:tabLst>
            </a:pPr>
            <a:r>
              <a:rPr b="0" lang="es-ES" sz="1600" spc="-1" strike="noStrike">
                <a:solidFill>
                  <a:srgbClr val="3f3f3f"/>
                </a:solidFill>
                <a:latin typeface="Calibri"/>
                <a:ea typeface="Calibri"/>
              </a:rPr>
              <a:t>Tema horarios práctica consultar con JTPs: Virginia Ainchil, Emanuel Nucilli, Ana Vicenzi</a:t>
            </a:r>
            <a:endParaRPr b="0" lang="es-AR" sz="1600" spc="-1" strike="noStrike">
              <a:solidFill>
                <a:srgbClr val="000000"/>
              </a:solidFill>
              <a:latin typeface="Arial"/>
            </a:endParaRPr>
          </a:p>
        </p:txBody>
      </p:sp>
      <p:sp>
        <p:nvSpPr>
          <p:cNvPr id="485" name="PlaceHolder 3"/>
          <p:cNvSpPr>
            <a:spLocks noGrp="1"/>
          </p:cNvSpPr>
          <p:nvPr>
            <p:ph type="sldNum" idx="35"/>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DA16860B-7A81-409C-BE6E-86E9C703E243}" type="slidenum">
              <a:rPr b="0" lang="es-ES" sz="1050" spc="-1" strike="noStrike">
                <a:solidFill>
                  <a:srgbClr val="ffffff"/>
                </a:solidFill>
                <a:latin typeface="Calibri"/>
                <a:ea typeface="Calibri"/>
              </a:rPr>
              <a:t>3</a:t>
            </a:fld>
            <a:endParaRPr b="0" lang="es-AR" sz="1050" spc="-1" strike="noStrike">
              <a:solidFill>
                <a:srgbClr val="000000"/>
              </a:solidFill>
              <a:latin typeface="Times New Roman"/>
            </a:endParaRPr>
          </a:p>
        </p:txBody>
      </p:sp>
    </p:spTree>
  </p:cSld>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0" lang="es-ES" sz="4800" spc="-1" strike="noStrike">
                <a:solidFill>
                  <a:srgbClr val="3f3f3f"/>
                </a:solidFill>
                <a:latin typeface="Calibri"/>
                <a:ea typeface="Calibri"/>
              </a:rPr>
              <a:t>Ingeniería de Software I </a:t>
            </a:r>
            <a:endParaRPr b="0" lang="es-AR" sz="4800" spc="-1" strike="noStrike">
              <a:solidFill>
                <a:srgbClr val="000000"/>
              </a:solidFill>
              <a:latin typeface="Arial"/>
            </a:endParaRPr>
          </a:p>
        </p:txBody>
      </p:sp>
      <p:sp>
        <p:nvSpPr>
          <p:cNvPr id="487" name="PlaceHolder 2"/>
          <p:cNvSpPr>
            <a:spLocks noGrp="1"/>
          </p:cNvSpPr>
          <p:nvPr>
            <p:ph/>
          </p:nvPr>
        </p:nvSpPr>
        <p:spPr>
          <a:xfrm>
            <a:off x="1101600" y="1845720"/>
            <a:ext cx="10098720" cy="4023000"/>
          </a:xfrm>
          <a:prstGeom prst="rect">
            <a:avLst/>
          </a:prstGeom>
          <a:noFill/>
          <a:ln w="0">
            <a:noFill/>
          </a:ln>
        </p:spPr>
        <p:txBody>
          <a:bodyPr lIns="0" rIns="0" anchor="t">
            <a:normAutofit/>
          </a:bodyPr>
          <a:p>
            <a:pPr indent="0">
              <a:lnSpc>
                <a:spcPct val="90000"/>
              </a:lnSpc>
              <a:spcBef>
                <a:spcPts val="1199"/>
              </a:spcBef>
              <a:buNone/>
              <a:tabLst>
                <a:tab algn="l" pos="0"/>
              </a:tabLst>
            </a:pPr>
            <a:r>
              <a:rPr b="0" lang="es-ES" sz="2000" spc="-1" strike="noStrike">
                <a:solidFill>
                  <a:srgbClr val="3f3f3f"/>
                </a:solidFill>
                <a:latin typeface="Calibri"/>
                <a:ea typeface="Calibri"/>
              </a:rPr>
              <a:t>Moodle de la asignatura:</a:t>
            </a:r>
            <a:endParaRPr b="0" lang="es-AR" sz="2000" spc="-1" strike="noStrike">
              <a:solidFill>
                <a:srgbClr val="000000"/>
              </a:solidFill>
              <a:latin typeface="Arial"/>
            </a:endParaRPr>
          </a:p>
          <a:p>
            <a:pPr indent="0">
              <a:lnSpc>
                <a:spcPct val="90000"/>
              </a:lnSpc>
              <a:spcBef>
                <a:spcPts val="1199"/>
              </a:spcBef>
              <a:buNone/>
              <a:tabLst>
                <a:tab algn="l" pos="0"/>
              </a:tabLst>
            </a:pPr>
            <a:r>
              <a:rPr b="0" lang="es-ES" sz="2000" spc="-1" strike="noStrike" u="sng">
                <a:solidFill>
                  <a:schemeClr val="hlink"/>
                </a:solidFill>
                <a:uFillTx/>
                <a:latin typeface="Calibri"/>
                <a:ea typeface="Calibri"/>
                <a:hlinkClick r:id="rId1"/>
              </a:rPr>
              <a:t>https://asignaturas.info.unlp.edu.ar/</a:t>
            </a:r>
            <a:endParaRPr b="0" lang="es-AR" sz="2000" spc="-1" strike="noStrike">
              <a:solidFill>
                <a:srgbClr val="000000"/>
              </a:solidFill>
              <a:latin typeface="Arial"/>
            </a:endParaRPr>
          </a:p>
          <a:p>
            <a:pPr indent="0">
              <a:lnSpc>
                <a:spcPct val="90000"/>
              </a:lnSpc>
              <a:spcBef>
                <a:spcPts val="1199"/>
              </a:spcBef>
              <a:buNone/>
              <a:tabLst>
                <a:tab algn="l" pos="0"/>
              </a:tabLst>
            </a:pPr>
            <a:r>
              <a:rPr b="0" lang="es-ES" sz="2000" spc="-1" strike="noStrike">
                <a:solidFill>
                  <a:srgbClr val="3f3f3f"/>
                </a:solidFill>
                <a:latin typeface="Calibri"/>
                <a:ea typeface="Calibri"/>
              </a:rPr>
              <a:t>Blog de la asignatura:</a:t>
            </a:r>
            <a:endParaRPr b="0" lang="es-AR" sz="2000" spc="-1" strike="noStrike">
              <a:solidFill>
                <a:srgbClr val="000000"/>
              </a:solidFill>
              <a:latin typeface="Arial"/>
            </a:endParaRPr>
          </a:p>
          <a:p>
            <a:pPr indent="0">
              <a:lnSpc>
                <a:spcPct val="90000"/>
              </a:lnSpc>
              <a:spcBef>
                <a:spcPts val="1199"/>
              </a:spcBef>
              <a:buNone/>
              <a:tabLst>
                <a:tab algn="l" pos="0"/>
              </a:tabLst>
            </a:pPr>
            <a:r>
              <a:rPr b="0" lang="es-ES" sz="2000" spc="-1" strike="noStrike" u="sng">
                <a:solidFill>
                  <a:schemeClr val="hlink"/>
                </a:solidFill>
                <a:uFillTx/>
                <a:latin typeface="Calibri"/>
                <a:ea typeface="Calibri"/>
              </a:rPr>
              <a:t>https://blogs.ead.unlp.edu.ar/ingenieriasoft1/</a:t>
            </a:r>
            <a:endParaRPr b="0" lang="es-AR" sz="2000" spc="-1" strike="noStrike">
              <a:solidFill>
                <a:srgbClr val="000000"/>
              </a:solidFill>
              <a:latin typeface="Arial"/>
            </a:endParaRPr>
          </a:p>
          <a:p>
            <a:pPr indent="0">
              <a:lnSpc>
                <a:spcPct val="90000"/>
              </a:lnSpc>
              <a:spcBef>
                <a:spcPts val="1199"/>
              </a:spcBef>
              <a:buNone/>
              <a:tabLst>
                <a:tab algn="l" pos="0"/>
              </a:tabLst>
            </a:pPr>
            <a:r>
              <a:rPr b="1" lang="es-ES" sz="2000" spc="-1" strike="noStrike">
                <a:solidFill>
                  <a:srgbClr val="3f3f3f"/>
                </a:solidFill>
                <a:latin typeface="Calibri"/>
                <a:ea typeface="Calibri"/>
              </a:rPr>
              <a:t>Prácticas</a:t>
            </a:r>
            <a:endParaRPr b="0" lang="es-AR" sz="2000" spc="-1" strike="noStrike">
              <a:solidFill>
                <a:srgbClr val="000000"/>
              </a:solidFill>
              <a:latin typeface="Arial"/>
            </a:endParaRPr>
          </a:p>
          <a:p>
            <a:pPr indent="0">
              <a:lnSpc>
                <a:spcPct val="90000"/>
              </a:lnSpc>
              <a:spcBef>
                <a:spcPts val="1199"/>
              </a:spcBef>
              <a:buNone/>
              <a:tabLst>
                <a:tab algn="l" pos="0"/>
              </a:tabLst>
            </a:pPr>
            <a:r>
              <a:rPr b="0" lang="es-ES" sz="2000" spc="-1" strike="noStrike">
                <a:solidFill>
                  <a:srgbClr val="3f3f3f"/>
                </a:solidFill>
                <a:latin typeface="Calibri"/>
                <a:ea typeface="Calibri"/>
              </a:rPr>
              <a:t>Martes 12 a 15 hs.</a:t>
            </a:r>
            <a:endParaRPr b="0" lang="es-AR" sz="2000" spc="-1" strike="noStrike">
              <a:solidFill>
                <a:srgbClr val="000000"/>
              </a:solidFill>
              <a:latin typeface="Arial"/>
            </a:endParaRPr>
          </a:p>
          <a:p>
            <a:pPr indent="0">
              <a:lnSpc>
                <a:spcPct val="90000"/>
              </a:lnSpc>
              <a:spcBef>
                <a:spcPts val="1199"/>
              </a:spcBef>
              <a:buNone/>
              <a:tabLst>
                <a:tab algn="l" pos="0"/>
              </a:tabLst>
            </a:pPr>
            <a:r>
              <a:rPr b="0" lang="es-ES" sz="2000" spc="-1" strike="noStrike">
                <a:solidFill>
                  <a:srgbClr val="3f3f3f"/>
                </a:solidFill>
                <a:latin typeface="Calibri"/>
                <a:ea typeface="Calibri"/>
              </a:rPr>
              <a:t>Miércoles 8 a 11 hs.</a:t>
            </a:r>
            <a:endParaRPr b="0" lang="es-AR" sz="2000" spc="-1" strike="noStrike">
              <a:solidFill>
                <a:srgbClr val="000000"/>
              </a:solidFill>
              <a:latin typeface="Arial"/>
            </a:endParaRPr>
          </a:p>
          <a:p>
            <a:pPr indent="0">
              <a:lnSpc>
                <a:spcPct val="90000"/>
              </a:lnSpc>
              <a:spcBef>
                <a:spcPts val="1199"/>
              </a:spcBef>
              <a:buNone/>
              <a:tabLst>
                <a:tab algn="l" pos="0"/>
              </a:tabLst>
            </a:pPr>
            <a:r>
              <a:rPr b="0" lang="es-ES" sz="2000" spc="-1" strike="noStrike">
                <a:solidFill>
                  <a:srgbClr val="3f3f3f"/>
                </a:solidFill>
                <a:latin typeface="Calibri"/>
                <a:ea typeface="Calibri"/>
              </a:rPr>
              <a:t>Viernes 14:30 a 17:30 hs.</a:t>
            </a:r>
            <a:endParaRPr b="0" lang="es-AR" sz="2000" spc="-1" strike="noStrike">
              <a:solidFill>
                <a:srgbClr val="000000"/>
              </a:solidFill>
              <a:latin typeface="Arial"/>
            </a:endParaRPr>
          </a:p>
        </p:txBody>
      </p:sp>
      <p:sp>
        <p:nvSpPr>
          <p:cNvPr id="488" name="PlaceHolder 3"/>
          <p:cNvSpPr>
            <a:spLocks noGrp="1"/>
          </p:cNvSpPr>
          <p:nvPr>
            <p:ph type="sldNum" idx="36"/>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F592F17F-DF92-46B7-8DCC-1240C1E27651}" type="slidenum">
              <a:rPr b="0" lang="es-ES" sz="1050" spc="-1" strike="noStrike">
                <a:solidFill>
                  <a:srgbClr val="ffffff"/>
                </a:solidFill>
                <a:latin typeface="Calibri"/>
                <a:ea typeface="Calibri"/>
              </a:rPr>
              <a:t>4</a:t>
            </a:fld>
            <a:endParaRPr b="0" lang="es-AR" sz="105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0" lang="es-ES" sz="4800" spc="-1" strike="noStrike">
                <a:solidFill>
                  <a:srgbClr val="3f3f3f"/>
                </a:solidFill>
                <a:latin typeface="Calibri"/>
                <a:ea typeface="Calibri"/>
              </a:rPr>
              <a:t>Ingeniería de Software I </a:t>
            </a:r>
            <a:endParaRPr b="0" lang="es-AR" sz="4800" spc="-1" strike="noStrike">
              <a:solidFill>
                <a:srgbClr val="000000"/>
              </a:solidFill>
              <a:latin typeface="Arial"/>
            </a:endParaRPr>
          </a:p>
        </p:txBody>
      </p:sp>
      <p:sp>
        <p:nvSpPr>
          <p:cNvPr id="490" name="PlaceHolder 2"/>
          <p:cNvSpPr>
            <a:spLocks noGrp="1"/>
          </p:cNvSpPr>
          <p:nvPr>
            <p:ph/>
          </p:nvPr>
        </p:nvSpPr>
        <p:spPr>
          <a:xfrm>
            <a:off x="1101600" y="1845720"/>
            <a:ext cx="10098720" cy="4023000"/>
          </a:xfrm>
          <a:prstGeom prst="rect">
            <a:avLst/>
          </a:prstGeom>
          <a:noFill/>
          <a:ln w="0">
            <a:noFill/>
          </a:ln>
        </p:spPr>
        <p:txBody>
          <a:bodyPr lIns="0" rIns="0" anchor="t">
            <a:normAutofit/>
          </a:bodyPr>
          <a:p>
            <a:pPr marL="457200" indent="-343080">
              <a:lnSpc>
                <a:spcPct val="90000"/>
              </a:lnSpc>
              <a:spcBef>
                <a:spcPts val="1199"/>
              </a:spcBef>
              <a:buClr>
                <a:srgbClr val="549e39"/>
              </a:buClr>
              <a:buFont typeface="Calibri"/>
              <a:buChar char=" "/>
            </a:pPr>
            <a:r>
              <a:rPr b="0" lang="es-ES" sz="2000" spc="-1" strike="noStrike">
                <a:solidFill>
                  <a:srgbClr val="3f3f3f"/>
                </a:solidFill>
                <a:latin typeface="Calibri"/>
                <a:ea typeface="Calibri"/>
              </a:rPr>
              <a:t>Aprobación de cursada:</a:t>
            </a:r>
            <a:endParaRPr b="0" lang="es-AR" sz="20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2000" spc="-1" strike="noStrike">
                <a:solidFill>
                  <a:srgbClr val="3f3f3f"/>
                </a:solidFill>
                <a:latin typeface="Calibri"/>
                <a:ea typeface="Calibri"/>
              </a:rPr>
              <a:t>Exámenes Parciales</a:t>
            </a:r>
            <a:endParaRPr b="0" lang="es-AR" sz="2000" spc="-1" strike="noStrike">
              <a:solidFill>
                <a:srgbClr val="000000"/>
              </a:solidFill>
              <a:latin typeface="Arial"/>
            </a:endParaRPr>
          </a:p>
          <a:p>
            <a:pPr marL="457200" indent="0">
              <a:lnSpc>
                <a:spcPct val="90000"/>
              </a:lnSpc>
              <a:spcBef>
                <a:spcPts val="1199"/>
              </a:spcBef>
              <a:buNone/>
              <a:tabLst>
                <a:tab algn="l" pos="0"/>
              </a:tabLst>
            </a:pPr>
            <a:endParaRPr b="0" lang="es-AR" sz="2000" spc="-1" strike="noStrike">
              <a:solidFill>
                <a:srgbClr val="000000"/>
              </a:solidFill>
              <a:latin typeface="Arial"/>
            </a:endParaRPr>
          </a:p>
        </p:txBody>
      </p:sp>
      <p:sp>
        <p:nvSpPr>
          <p:cNvPr id="491" name="PlaceHolder 3"/>
          <p:cNvSpPr>
            <a:spLocks noGrp="1"/>
          </p:cNvSpPr>
          <p:nvPr>
            <p:ph type="sldNum" idx="37"/>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8FEF7D43-BBE7-49DB-83F0-7D865B74AADB}" type="slidenum">
              <a:rPr b="0" lang="es-ES" sz="1050" spc="-1" strike="noStrike">
                <a:solidFill>
                  <a:srgbClr val="ffffff"/>
                </a:solidFill>
                <a:latin typeface="Calibri"/>
                <a:ea typeface="Calibri"/>
              </a:rPr>
              <a:t>5</a:t>
            </a:fld>
            <a:endParaRPr b="0" lang="es-AR" sz="1050" spc="-1" strike="noStrike">
              <a:solidFill>
                <a:srgbClr val="000000"/>
              </a:solidFill>
              <a:latin typeface="Times New Roman"/>
            </a:endParaRPr>
          </a:p>
        </p:txBody>
      </p:sp>
    </p:spTree>
  </p:cSld>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0" lang="es-ES" sz="4800" spc="-1" strike="noStrike">
                <a:solidFill>
                  <a:srgbClr val="3f3f3f"/>
                </a:solidFill>
                <a:latin typeface="Calibri"/>
                <a:ea typeface="Calibri"/>
              </a:rPr>
              <a:t>Ingeniería de Software I </a:t>
            </a:r>
            <a:endParaRPr b="0" lang="es-AR" sz="4800" spc="-1" strike="noStrike">
              <a:solidFill>
                <a:srgbClr val="000000"/>
              </a:solidFill>
              <a:latin typeface="Arial"/>
            </a:endParaRPr>
          </a:p>
        </p:txBody>
      </p:sp>
      <p:sp>
        <p:nvSpPr>
          <p:cNvPr id="493" name="PlaceHolder 2"/>
          <p:cNvSpPr>
            <a:spLocks noGrp="1"/>
          </p:cNvSpPr>
          <p:nvPr>
            <p:ph/>
          </p:nvPr>
        </p:nvSpPr>
        <p:spPr>
          <a:xfrm>
            <a:off x="826560" y="1737360"/>
            <a:ext cx="11215080" cy="4550400"/>
          </a:xfrm>
          <a:prstGeom prst="rect">
            <a:avLst/>
          </a:prstGeom>
          <a:noFill/>
          <a:ln w="0">
            <a:noFill/>
          </a:ln>
        </p:spPr>
        <p:txBody>
          <a:bodyPr lIns="0" rIns="0" anchor="t">
            <a:noAutofit/>
          </a:bodyPr>
          <a:p>
            <a:pPr marL="457200" indent="-343080">
              <a:lnSpc>
                <a:spcPct val="90000"/>
              </a:lnSpc>
              <a:spcBef>
                <a:spcPts val="1199"/>
              </a:spcBef>
              <a:buClr>
                <a:srgbClr val="549e39"/>
              </a:buClr>
              <a:buFont typeface="Calibri"/>
              <a:buChar char=" "/>
            </a:pPr>
            <a:r>
              <a:rPr b="0" lang="es-ES" sz="1800" spc="-1" strike="noStrike">
                <a:solidFill>
                  <a:srgbClr val="3f3f3f"/>
                </a:solidFill>
                <a:latin typeface="Calibri"/>
                <a:ea typeface="Calibri"/>
              </a:rPr>
              <a:t>Aprobación FINAL de la materia:</a:t>
            </a:r>
            <a:endParaRPr b="0" lang="es-AR" sz="1800" spc="-1" strike="noStrike">
              <a:solidFill>
                <a:srgbClr val="000000"/>
              </a:solidFill>
              <a:latin typeface="Arial"/>
            </a:endParaRPr>
          </a:p>
          <a:p>
            <a:pPr marL="457200" indent="-343080">
              <a:lnSpc>
                <a:spcPct val="90000"/>
              </a:lnSpc>
              <a:spcBef>
                <a:spcPts val="1199"/>
              </a:spcBef>
              <a:buClr>
                <a:srgbClr val="549e39"/>
              </a:buClr>
              <a:buFont typeface="Calibri"/>
              <a:buChar char=" "/>
            </a:pPr>
            <a:r>
              <a:rPr b="0" lang="es-ES" sz="1800" spc="-1" strike="noStrike">
                <a:solidFill>
                  <a:srgbClr val="3f3f3f"/>
                </a:solidFill>
                <a:latin typeface="Calibri"/>
                <a:ea typeface="Calibri"/>
              </a:rPr>
              <a:t>El final de la materia se aprobará optando entre:</a:t>
            </a:r>
            <a:endParaRPr b="0" lang="es-AR" sz="18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1800" spc="-1" strike="noStrike">
                <a:solidFill>
                  <a:srgbClr val="3f3f3f"/>
                </a:solidFill>
                <a:latin typeface="Calibri"/>
                <a:ea typeface="Calibri"/>
              </a:rPr>
              <a:t>1 - Rendir un examen teórico (con  un recuperatorio ) durante la cursada sacando más de 6 (seis) o más e inscribiéndose a una mesa de final. </a:t>
            </a:r>
            <a:endParaRPr b="0" lang="es-AR" sz="18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1800" spc="-1" strike="noStrike">
                <a:solidFill>
                  <a:srgbClr val="3f3f3f"/>
                </a:solidFill>
                <a:latin typeface="Calibri"/>
                <a:ea typeface="Calibri"/>
              </a:rPr>
              <a:t>O </a:t>
            </a:r>
            <a:endParaRPr b="0" lang="es-AR" sz="18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1800" spc="-1" strike="noStrike">
                <a:solidFill>
                  <a:srgbClr val="3f3f3f"/>
                </a:solidFill>
                <a:latin typeface="Calibri"/>
                <a:ea typeface="Calibri"/>
              </a:rPr>
              <a:t>2 - Rendir examen escrito en las mesas de final. </a:t>
            </a:r>
            <a:endParaRPr b="0" lang="es-AR" sz="1800" spc="-1" strike="noStrike">
              <a:solidFill>
                <a:srgbClr val="000000"/>
              </a:solidFill>
              <a:latin typeface="Arial"/>
            </a:endParaRPr>
          </a:p>
          <a:p>
            <a:pPr marL="457200" indent="-343080">
              <a:lnSpc>
                <a:spcPct val="90000"/>
              </a:lnSpc>
              <a:spcBef>
                <a:spcPts val="1199"/>
              </a:spcBef>
              <a:buClr>
                <a:srgbClr val="549e39"/>
              </a:buClr>
              <a:buFont typeface="Calibri"/>
              <a:buChar char=" "/>
            </a:pPr>
            <a:r>
              <a:rPr b="0" lang="es-ES" sz="1800" spc="-1" strike="noStrike">
                <a:solidFill>
                  <a:srgbClr val="3f3f3f"/>
                </a:solidFill>
                <a:latin typeface="Calibri"/>
                <a:ea typeface="Calibri"/>
              </a:rPr>
              <a:t>Los alumnos que elijan la primera opción deben cumplir con las siguientes condiciones:</a:t>
            </a:r>
            <a:endParaRPr b="0" lang="es-AR" sz="1800" spc="-1" strike="noStrike">
              <a:solidFill>
                <a:srgbClr val="000000"/>
              </a:solidFill>
              <a:latin typeface="Arial"/>
            </a:endParaRPr>
          </a:p>
          <a:p>
            <a:pPr lvl="3" marL="954360" indent="-343080">
              <a:lnSpc>
                <a:spcPct val="90000"/>
              </a:lnSpc>
              <a:spcBef>
                <a:spcPts val="400"/>
              </a:spcBef>
              <a:buClr>
                <a:srgbClr val="549e39"/>
              </a:buClr>
              <a:buFont typeface="Arial"/>
              <a:buAutoNum type="arabicPeriod"/>
            </a:pPr>
            <a:r>
              <a:rPr b="0" lang="es-ES" sz="1800" spc="-1" strike="noStrike">
                <a:solidFill>
                  <a:srgbClr val="3f3f3f"/>
                </a:solidFill>
                <a:latin typeface="Calibri"/>
                <a:ea typeface="Calibri"/>
              </a:rPr>
              <a:t>Aprobar el 80% de las autoevaluaciones con nota 6 o superior.</a:t>
            </a:r>
            <a:endParaRPr b="0" lang="es-AR" sz="1800" spc="-1" strike="noStrike">
              <a:solidFill>
                <a:srgbClr val="000000"/>
              </a:solidFill>
              <a:latin typeface="Arial"/>
            </a:endParaRPr>
          </a:p>
          <a:p>
            <a:pPr lvl="3" marL="954360" indent="-343080">
              <a:lnSpc>
                <a:spcPct val="90000"/>
              </a:lnSpc>
              <a:spcBef>
                <a:spcPts val="400"/>
              </a:spcBef>
              <a:buClr>
                <a:srgbClr val="549e39"/>
              </a:buClr>
              <a:buFont typeface="Arial"/>
              <a:buAutoNum type="arabicPeriod"/>
            </a:pPr>
            <a:r>
              <a:rPr b="0" lang="es-ES" sz="1800" spc="-1" strike="noStrike">
                <a:solidFill>
                  <a:srgbClr val="3f3f3f"/>
                </a:solidFill>
                <a:latin typeface="Calibri"/>
                <a:ea typeface="Calibri"/>
              </a:rPr>
              <a:t>Presentarse y aprobar el </a:t>
            </a:r>
            <a:r>
              <a:rPr b="1" lang="es-ES" sz="1800" spc="-1" strike="noStrike">
                <a:solidFill>
                  <a:srgbClr val="3f3f3f"/>
                </a:solidFill>
                <a:latin typeface="Calibri"/>
                <a:ea typeface="Calibri"/>
              </a:rPr>
              <a:t>examen teórico</a:t>
            </a:r>
            <a:r>
              <a:rPr b="0" lang="es-ES" sz="1800" spc="-1" strike="noStrike">
                <a:solidFill>
                  <a:srgbClr val="3f3f3f"/>
                </a:solidFill>
                <a:latin typeface="Calibri"/>
                <a:ea typeface="Calibri"/>
              </a:rPr>
              <a:t>.</a:t>
            </a:r>
            <a:endParaRPr b="0" lang="es-AR" sz="1800" spc="-1" strike="noStrike">
              <a:solidFill>
                <a:srgbClr val="000000"/>
              </a:solidFill>
              <a:latin typeface="Arial"/>
            </a:endParaRPr>
          </a:p>
          <a:p>
            <a:pPr lvl="3" marL="954360" indent="-330120">
              <a:lnSpc>
                <a:spcPct val="90000"/>
              </a:lnSpc>
              <a:spcBef>
                <a:spcPts val="400"/>
              </a:spcBef>
              <a:buClr>
                <a:srgbClr val="549e39"/>
              </a:buClr>
              <a:buFont typeface="Calibri"/>
              <a:buAutoNum type="arabicPeriod"/>
            </a:pPr>
            <a:r>
              <a:rPr b="0" lang="es-ES" sz="1800" spc="-1" strike="noStrike">
                <a:solidFill>
                  <a:srgbClr val="3f3f3f"/>
                </a:solidFill>
                <a:latin typeface="Calibri"/>
                <a:ea typeface="Calibri"/>
              </a:rPr>
              <a:t>Aprobar la cursada (con el régimen de cursada)</a:t>
            </a:r>
            <a:endParaRPr b="0" lang="es-AR" sz="1800" spc="-1" strike="noStrike">
              <a:solidFill>
                <a:srgbClr val="000000"/>
              </a:solidFill>
              <a:latin typeface="Arial"/>
            </a:endParaRPr>
          </a:p>
          <a:p>
            <a:pPr lvl="3" marL="954360" indent="-343080">
              <a:lnSpc>
                <a:spcPct val="90000"/>
              </a:lnSpc>
              <a:spcBef>
                <a:spcPts val="400"/>
              </a:spcBef>
              <a:buClr>
                <a:srgbClr val="549e39"/>
              </a:buClr>
              <a:buFont typeface="Arial"/>
              <a:buAutoNum type="arabicPeriod"/>
            </a:pPr>
            <a:r>
              <a:rPr b="0" lang="es-ES" sz="1800" spc="-1" strike="noStrike">
                <a:solidFill>
                  <a:srgbClr val="3f3f3f"/>
                </a:solidFill>
                <a:latin typeface="Calibri"/>
                <a:ea typeface="Calibri"/>
              </a:rPr>
              <a:t>Inscribirse en una mesa de final en el término de NO más de 1 año de finalizada la cursada según el calendario académico, transcurrido el cual la aprobación NO tendrá más validez.</a:t>
            </a:r>
            <a:endParaRPr b="0" lang="es-AR" sz="1800" spc="-1" strike="noStrike">
              <a:solidFill>
                <a:srgbClr val="000000"/>
              </a:solidFill>
              <a:latin typeface="Arial"/>
            </a:endParaRPr>
          </a:p>
        </p:txBody>
      </p:sp>
      <p:sp>
        <p:nvSpPr>
          <p:cNvPr id="494" name="PlaceHolder 3"/>
          <p:cNvSpPr>
            <a:spLocks noGrp="1"/>
          </p:cNvSpPr>
          <p:nvPr>
            <p:ph type="sldNum" idx="38"/>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3F65C78-E2F2-46E2-9CCC-4FC039387D81}" type="slidenum">
              <a:rPr b="0" lang="es-ES" sz="1050" spc="-1" strike="noStrike">
                <a:solidFill>
                  <a:srgbClr val="ffffff"/>
                </a:solidFill>
                <a:latin typeface="Calibri"/>
                <a:ea typeface="Calibri"/>
              </a:rPr>
              <a:t>6</a:t>
            </a:fld>
            <a:endParaRPr b="0" lang="es-AR" sz="1050" spc="-1" strike="noStrike">
              <a:solidFill>
                <a:srgbClr val="000000"/>
              </a:solidFill>
              <a:latin typeface="Times New Roman"/>
            </a:endParaRPr>
          </a:p>
        </p:txBody>
      </p:sp>
    </p:spTree>
  </p:cSld>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0" lang="es-ES" sz="4800" spc="-1" strike="noStrike">
                <a:solidFill>
                  <a:srgbClr val="3f3f3f"/>
                </a:solidFill>
                <a:latin typeface="Calibri"/>
                <a:ea typeface="Calibri"/>
              </a:rPr>
              <a:t>Ingeniería de Software I </a:t>
            </a:r>
            <a:endParaRPr b="0" lang="es-AR" sz="4800" spc="-1" strike="noStrike">
              <a:solidFill>
                <a:srgbClr val="000000"/>
              </a:solidFill>
              <a:latin typeface="Arial"/>
            </a:endParaRPr>
          </a:p>
        </p:txBody>
      </p:sp>
      <p:sp>
        <p:nvSpPr>
          <p:cNvPr id="496" name="PlaceHolder 2"/>
          <p:cNvSpPr>
            <a:spLocks noGrp="1"/>
          </p:cNvSpPr>
          <p:nvPr>
            <p:ph/>
          </p:nvPr>
        </p:nvSpPr>
        <p:spPr>
          <a:xfrm>
            <a:off x="1101600" y="1845720"/>
            <a:ext cx="10098720" cy="4023000"/>
          </a:xfrm>
          <a:prstGeom prst="rect">
            <a:avLst/>
          </a:prstGeom>
          <a:noFill/>
          <a:ln w="0">
            <a:noFill/>
          </a:ln>
        </p:spPr>
        <p:txBody>
          <a:bodyPr lIns="0" rIns="0" anchor="t">
            <a:normAutofit/>
          </a:bodyPr>
          <a:p>
            <a:pPr marL="457200" indent="-343080">
              <a:lnSpc>
                <a:spcPct val="90000"/>
              </a:lnSpc>
              <a:spcBef>
                <a:spcPts val="1199"/>
              </a:spcBef>
              <a:buClr>
                <a:srgbClr val="549e39"/>
              </a:buClr>
              <a:buFont typeface="Calibri"/>
              <a:buChar char=" "/>
            </a:pPr>
            <a:r>
              <a:rPr b="0" lang="es-ES" sz="2800" spc="-1" strike="noStrike">
                <a:solidFill>
                  <a:srgbClr val="3f3f3f"/>
                </a:solidFill>
                <a:latin typeface="Calibri"/>
                <a:ea typeface="Calibri"/>
              </a:rPr>
              <a:t>Contenidos genéricos a desarrollar a lo largo del curso:</a:t>
            </a:r>
            <a:endParaRPr b="0" lang="es-AR" sz="28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2800" spc="-1" strike="noStrike">
                <a:solidFill>
                  <a:srgbClr val="3f3f3f"/>
                </a:solidFill>
                <a:latin typeface="Calibri"/>
                <a:ea typeface="Calibri"/>
              </a:rPr>
              <a:t>Conceptos de Ingeniería de software. </a:t>
            </a:r>
            <a:endParaRPr b="0" lang="es-AR" sz="28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2800" spc="-1" strike="noStrike">
                <a:solidFill>
                  <a:srgbClr val="3f3f3f"/>
                </a:solidFill>
                <a:latin typeface="Calibri"/>
                <a:ea typeface="Calibri"/>
              </a:rPr>
              <a:t>Requerimientos.</a:t>
            </a:r>
            <a:endParaRPr b="0" lang="es-AR" sz="28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2800" spc="-1" strike="noStrike">
                <a:solidFill>
                  <a:srgbClr val="3f3f3f"/>
                </a:solidFill>
                <a:latin typeface="Calibri"/>
                <a:ea typeface="Calibri"/>
              </a:rPr>
              <a:t>Modelos de proceso.</a:t>
            </a:r>
            <a:endParaRPr b="0" lang="es-AR" sz="28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2800" spc="-1" strike="noStrike">
                <a:solidFill>
                  <a:srgbClr val="3f3f3f"/>
                </a:solidFill>
                <a:latin typeface="Calibri"/>
                <a:ea typeface="Calibri"/>
              </a:rPr>
              <a:t>Calidad de software.</a:t>
            </a:r>
            <a:endParaRPr b="0" lang="es-AR" sz="2800" spc="-1" strike="noStrike">
              <a:solidFill>
                <a:srgbClr val="000000"/>
              </a:solidFill>
              <a:latin typeface="Arial"/>
            </a:endParaRPr>
          </a:p>
          <a:p>
            <a:pPr marL="457200" indent="0">
              <a:lnSpc>
                <a:spcPct val="90000"/>
              </a:lnSpc>
              <a:spcBef>
                <a:spcPts val="1199"/>
              </a:spcBef>
              <a:buNone/>
              <a:tabLst>
                <a:tab algn="l" pos="0"/>
              </a:tabLst>
            </a:pPr>
            <a:endParaRPr b="0" lang="es-AR" sz="1400" spc="-1" strike="noStrike">
              <a:solidFill>
                <a:srgbClr val="000000"/>
              </a:solidFill>
              <a:latin typeface="Arial"/>
            </a:endParaRPr>
          </a:p>
        </p:txBody>
      </p:sp>
      <p:sp>
        <p:nvSpPr>
          <p:cNvPr id="497" name="PlaceHolder 3"/>
          <p:cNvSpPr>
            <a:spLocks noGrp="1"/>
          </p:cNvSpPr>
          <p:nvPr>
            <p:ph type="sldNum" idx="39"/>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95062EC4-D878-446A-852B-00D9F6E0D6F6}"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Tree>
  </p:cSld>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0" lang="es-ES" sz="4800" spc="-1" strike="noStrike">
                <a:solidFill>
                  <a:srgbClr val="3f3f3f"/>
                </a:solidFill>
                <a:latin typeface="Calibri"/>
                <a:ea typeface="Calibri"/>
              </a:rPr>
              <a:t>Ingeniería de Software I </a:t>
            </a:r>
            <a:endParaRPr b="0" lang="es-AR" sz="4800" spc="-1" strike="noStrike">
              <a:solidFill>
                <a:srgbClr val="000000"/>
              </a:solidFill>
              <a:latin typeface="Arial"/>
            </a:endParaRPr>
          </a:p>
        </p:txBody>
      </p:sp>
      <p:sp>
        <p:nvSpPr>
          <p:cNvPr id="499" name="PlaceHolder 2"/>
          <p:cNvSpPr>
            <a:spLocks noGrp="1"/>
          </p:cNvSpPr>
          <p:nvPr>
            <p:ph/>
          </p:nvPr>
        </p:nvSpPr>
        <p:spPr>
          <a:xfrm>
            <a:off x="1101600" y="1845720"/>
            <a:ext cx="10098720" cy="4023000"/>
          </a:xfrm>
          <a:prstGeom prst="rect">
            <a:avLst/>
          </a:prstGeom>
          <a:noFill/>
          <a:ln w="0">
            <a:noFill/>
          </a:ln>
        </p:spPr>
        <p:txBody>
          <a:bodyPr lIns="0" rIns="0" anchor="t">
            <a:normAutofit/>
          </a:bodyPr>
          <a:p>
            <a:pPr marL="457200" indent="-343080">
              <a:lnSpc>
                <a:spcPct val="90000"/>
              </a:lnSpc>
              <a:spcBef>
                <a:spcPts val="1199"/>
              </a:spcBef>
              <a:buClr>
                <a:srgbClr val="549e39"/>
              </a:buClr>
              <a:buFont typeface="Calibri"/>
              <a:buChar char=" "/>
            </a:pPr>
            <a:r>
              <a:rPr b="0" lang="es-ES" sz="3200" spc="-1" strike="noStrike">
                <a:solidFill>
                  <a:srgbClr val="3f3f3f"/>
                </a:solidFill>
                <a:latin typeface="Calibri"/>
                <a:ea typeface="Calibri"/>
              </a:rPr>
              <a:t>Bibliografía general de la materia:</a:t>
            </a:r>
            <a:endParaRPr b="0" lang="es-AR" sz="32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3200" spc="-1" strike="noStrike">
                <a:solidFill>
                  <a:srgbClr val="3f3f3f"/>
                </a:solidFill>
                <a:latin typeface="Calibri"/>
                <a:ea typeface="Calibri"/>
              </a:rPr>
              <a:t>Pfleeger Shari Lawrence. Software Engineering. Theory and practice. Prentice Hall.</a:t>
            </a:r>
            <a:endParaRPr b="0" lang="es-AR" sz="32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3200" spc="-1" strike="noStrike">
                <a:solidFill>
                  <a:srgbClr val="3f3f3f"/>
                </a:solidFill>
                <a:latin typeface="Calibri"/>
                <a:ea typeface="Calibri"/>
              </a:rPr>
              <a:t>Sommerville Ian. Software Engineering. Addison Wesley.</a:t>
            </a:r>
            <a:endParaRPr b="0" lang="es-AR" sz="3200" spc="-1" strike="noStrike">
              <a:solidFill>
                <a:srgbClr val="000000"/>
              </a:solidFill>
              <a:latin typeface="Arial"/>
            </a:endParaRPr>
          </a:p>
          <a:p>
            <a:pPr lvl="1" marL="914400" indent="-343080">
              <a:lnSpc>
                <a:spcPct val="90000"/>
              </a:lnSpc>
              <a:spcBef>
                <a:spcPts val="201"/>
              </a:spcBef>
              <a:buClr>
                <a:srgbClr val="549e39"/>
              </a:buClr>
              <a:buFont typeface="Calibri"/>
              <a:buChar char="◦"/>
            </a:pPr>
            <a:r>
              <a:rPr b="0" lang="es-ES" sz="3200" spc="-1" strike="noStrike">
                <a:solidFill>
                  <a:srgbClr val="3f3f3f"/>
                </a:solidFill>
                <a:latin typeface="Calibri"/>
                <a:ea typeface="Calibri"/>
              </a:rPr>
              <a:t>Pressman Roger. Ingeniería de Software. Un enfoque práctico. Mc Graw Hill.</a:t>
            </a:r>
            <a:endParaRPr b="0" lang="es-AR" sz="3200" spc="-1" strike="noStrike">
              <a:solidFill>
                <a:srgbClr val="000000"/>
              </a:solidFill>
              <a:latin typeface="Arial"/>
            </a:endParaRPr>
          </a:p>
        </p:txBody>
      </p:sp>
      <p:sp>
        <p:nvSpPr>
          <p:cNvPr id="500" name="PlaceHolder 3"/>
          <p:cNvSpPr>
            <a:spLocks noGrp="1"/>
          </p:cNvSpPr>
          <p:nvPr>
            <p:ph type="sldNum" idx="40"/>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32EA731-918D-4AB6-8091-8BC405AF6C01}"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Tree>
  </p:cSld>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title"/>
          </p:nvPr>
        </p:nvSpPr>
        <p:spPr>
          <a:xfrm>
            <a:off x="1101600" y="758880"/>
            <a:ext cx="10098720" cy="3565800"/>
          </a:xfrm>
          <a:prstGeom prst="rect">
            <a:avLst/>
          </a:prstGeom>
          <a:noFill/>
          <a:ln w="0">
            <a:noFill/>
          </a:ln>
        </p:spPr>
        <p:txBody>
          <a:bodyPr anchor="b">
            <a:normAutofit/>
          </a:bodyPr>
          <a:p>
            <a:pPr indent="0">
              <a:lnSpc>
                <a:spcPct val="85000"/>
              </a:lnSpc>
              <a:buNone/>
              <a:tabLst>
                <a:tab algn="l" pos="0"/>
              </a:tabLst>
            </a:pPr>
            <a:r>
              <a:rPr b="0" lang="es-ES" sz="8000" spc="-1" strike="noStrike">
                <a:solidFill>
                  <a:srgbClr val="262626"/>
                </a:solidFill>
                <a:latin typeface="Calibri"/>
                <a:ea typeface="Calibri"/>
              </a:rPr>
              <a:t>Conceptos de Ingeniería de Software</a:t>
            </a:r>
            <a:endParaRPr b="0" lang="es-AR" sz="8000" spc="-1" strike="noStrike">
              <a:solidFill>
                <a:srgbClr val="000000"/>
              </a:solidFill>
              <a:latin typeface="Arial"/>
            </a:endParaRPr>
          </a:p>
        </p:txBody>
      </p:sp>
      <p:sp>
        <p:nvSpPr>
          <p:cNvPr id="502" name="PlaceHolder 2"/>
          <p:cNvSpPr>
            <a:spLocks noGrp="1"/>
          </p:cNvSpPr>
          <p:nvPr>
            <p:ph type="sldNum" idx="41"/>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75DFBEFF-04ED-44B3-8408-9F1247FBFF1A}"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pic>
        <p:nvPicPr>
          <p:cNvPr id="503" name="Google Shape;357;p2" descr=""/>
          <p:cNvPicPr/>
          <p:nvPr/>
        </p:nvPicPr>
        <p:blipFill>
          <a:blip r:embed="rId1"/>
          <a:stretch/>
        </p:blipFill>
        <p:spPr>
          <a:xfrm>
            <a:off x="10873080" y="182880"/>
            <a:ext cx="1151640" cy="1151640"/>
          </a:xfrm>
          <a:prstGeom prst="rect">
            <a:avLst/>
          </a:prstGeom>
          <a:ln w="0">
            <a:noFill/>
          </a:ln>
        </p:spPr>
      </p:pic>
      <p:sp>
        <p:nvSpPr>
          <p:cNvPr id="504" name="PlaceHolder 3"/>
          <p:cNvSpPr>
            <a:spLocks noGrp="1"/>
          </p:cNvSpPr>
          <p:nvPr>
            <p:ph/>
          </p:nvPr>
        </p:nvSpPr>
        <p:spPr>
          <a:xfrm>
            <a:off x="1101600" y="4453200"/>
            <a:ext cx="10098720" cy="1142640"/>
          </a:xfrm>
          <a:prstGeom prst="rect">
            <a:avLst/>
          </a:prstGeom>
          <a:noFill/>
          <a:ln w="0">
            <a:noFill/>
          </a:ln>
        </p:spPr>
        <p:txBody>
          <a:bodyPr anchor="t">
            <a:normAutofit/>
          </a:bodyPr>
          <a:p>
            <a:pPr indent="0">
              <a:spcBef>
                <a:spcPts val="1417"/>
              </a:spcBef>
              <a:buNone/>
            </a:pPr>
            <a:endParaRPr b="0" lang="es-AR" sz="2400" spc="-1" strike="noStrike">
              <a:solidFill>
                <a:schemeClr val="dk2"/>
              </a:solidFill>
              <a:latin typeface="Calibri"/>
              <a:ea typeface="Calibri"/>
            </a:endParaRPr>
          </a:p>
        </p:txBody>
      </p:sp>
    </p:spTree>
  </p:cSld>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title"/>
          </p:nvPr>
        </p:nvSpPr>
        <p:spPr>
          <a:xfrm>
            <a:off x="1101600" y="286560"/>
            <a:ext cx="10098720" cy="1450440"/>
          </a:xfrm>
          <a:prstGeom prst="rect">
            <a:avLst/>
          </a:prstGeom>
          <a:noFill/>
          <a:ln w="0">
            <a:noFill/>
          </a:ln>
        </p:spPr>
        <p:txBody>
          <a:bodyPr anchor="b">
            <a:noAutofit/>
          </a:bodyPr>
          <a:p>
            <a:pPr indent="0">
              <a:lnSpc>
                <a:spcPct val="85000"/>
              </a:lnSpc>
              <a:buNone/>
              <a:tabLst>
                <a:tab algn="l" pos="0"/>
              </a:tabLst>
            </a:pPr>
            <a:r>
              <a:rPr b="1" lang="es-ES" sz="4400" spc="-1" strike="noStrike">
                <a:solidFill>
                  <a:srgbClr val="3f3f3f"/>
                </a:solidFill>
                <a:latin typeface="Calibri"/>
                <a:ea typeface="Calibri"/>
              </a:rPr>
              <a:t>Software  - Naturaleza</a:t>
            </a:r>
            <a:endParaRPr b="0" lang="es-AR" sz="4400" spc="-1" strike="noStrike">
              <a:solidFill>
                <a:srgbClr val="000000"/>
              </a:solidFill>
              <a:latin typeface="Arial"/>
            </a:endParaRPr>
          </a:p>
        </p:txBody>
      </p:sp>
      <p:sp>
        <p:nvSpPr>
          <p:cNvPr id="506" name="PlaceHolder 2"/>
          <p:cNvSpPr>
            <a:spLocks noGrp="1"/>
          </p:cNvSpPr>
          <p:nvPr>
            <p:ph/>
          </p:nvPr>
        </p:nvSpPr>
        <p:spPr>
          <a:xfrm>
            <a:off x="1101600" y="4871520"/>
            <a:ext cx="3083400" cy="1389240"/>
          </a:xfrm>
          <a:prstGeom prst="rect">
            <a:avLst/>
          </a:prstGeom>
          <a:noFill/>
          <a:ln w="0">
            <a:noFill/>
          </a:ln>
        </p:spPr>
        <p:txBody>
          <a:bodyPr lIns="0" rIns="0" anchor="t">
            <a:normAutofit/>
          </a:bodyPr>
          <a:p>
            <a:pPr indent="0">
              <a:lnSpc>
                <a:spcPct val="100000"/>
              </a:lnSpc>
              <a:buNone/>
              <a:tabLst>
                <a:tab algn="l" pos="0"/>
              </a:tabLst>
            </a:pPr>
            <a:r>
              <a:rPr b="1" lang="es-ES" sz="1800" spc="-1" strike="noStrike">
                <a:solidFill>
                  <a:schemeClr val="dk1"/>
                </a:solidFill>
                <a:latin typeface="Calibri"/>
                <a:ea typeface="Calibri"/>
              </a:rPr>
              <a:t>Y su documentación asociada</a:t>
            </a:r>
            <a:endParaRPr b="0" lang="es-AR" sz="1800" spc="-1" strike="noStrike">
              <a:solidFill>
                <a:srgbClr val="000000"/>
              </a:solidFill>
              <a:latin typeface="Arial"/>
            </a:endParaRPr>
          </a:p>
        </p:txBody>
      </p:sp>
      <p:sp>
        <p:nvSpPr>
          <p:cNvPr id="507" name="PlaceHolder 3"/>
          <p:cNvSpPr>
            <a:spLocks noGrp="1"/>
          </p:cNvSpPr>
          <p:nvPr>
            <p:ph type="sldNum" idx="42"/>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E606F0D6-B6E7-4235-BBE3-7DB82878974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508" name="Google Shape;366;p3"/>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grpSp>
        <p:nvGrpSpPr>
          <p:cNvPr id="509" name="Google Shape;367;p3"/>
          <p:cNvGrpSpPr/>
          <p:nvPr/>
        </p:nvGrpSpPr>
        <p:grpSpPr>
          <a:xfrm>
            <a:off x="5132160" y="2080080"/>
            <a:ext cx="4104000" cy="2678400"/>
            <a:chOff x="5132160" y="2080080"/>
            <a:chExt cx="4104000" cy="2678400"/>
          </a:xfrm>
        </p:grpSpPr>
        <p:pic>
          <p:nvPicPr>
            <p:cNvPr id="510" name="Google Shape;368;p3" descr="Se inicia exención de renta por siete años para empresas de la Economía  Naranja - Periódico La Campana - Periódico La Campana"/>
            <p:cNvPicPr/>
            <p:nvPr/>
          </p:nvPicPr>
          <p:blipFill>
            <a:blip r:embed="rId1"/>
            <a:srcRect l="7142" t="3838" r="6149" b="6224"/>
            <a:stretch/>
          </p:blipFill>
          <p:spPr>
            <a:xfrm>
              <a:off x="5132160" y="2080080"/>
              <a:ext cx="4030920" cy="2499840"/>
            </a:xfrm>
            <a:prstGeom prst="rect">
              <a:avLst/>
            </a:prstGeom>
            <a:ln w="0">
              <a:noFill/>
            </a:ln>
          </p:spPr>
        </p:pic>
        <p:sp>
          <p:nvSpPr>
            <p:cNvPr id="511" name="Google Shape;369;p3"/>
            <p:cNvSpPr/>
            <p:nvPr/>
          </p:nvSpPr>
          <p:spPr>
            <a:xfrm>
              <a:off x="5396760" y="4057560"/>
              <a:ext cx="3839400" cy="7009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000" spc="-1" strike="noStrike">
                  <a:solidFill>
                    <a:srgbClr val="eef6ff"/>
                  </a:solidFill>
                  <a:latin typeface="Calibri"/>
                  <a:ea typeface="Calibri"/>
                </a:rPr>
                <a:t>Vehículo  de entrega de producto.</a:t>
              </a:r>
              <a:endParaRPr b="0" lang="es-AR" sz="2000" spc="-1" strike="noStrike">
                <a:solidFill>
                  <a:srgbClr val="000000"/>
                </a:solidFill>
                <a:latin typeface="Arial"/>
              </a:endParaRPr>
            </a:p>
          </p:txBody>
        </p:sp>
      </p:grpSp>
      <p:sp>
        <p:nvSpPr>
          <p:cNvPr id="512" name="Google Shape;370;p3"/>
          <p:cNvSpPr/>
          <p:nvPr/>
        </p:nvSpPr>
        <p:spPr>
          <a:xfrm>
            <a:off x="5256360" y="2133000"/>
            <a:ext cx="184320" cy="36900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s-AR" sz="1800" spc="-1" strike="noStrike">
              <a:solidFill>
                <a:schemeClr val="dk1"/>
              </a:solidFill>
              <a:latin typeface="Calibri"/>
              <a:ea typeface="Calibri"/>
            </a:endParaRPr>
          </a:p>
        </p:txBody>
      </p:sp>
      <p:grpSp>
        <p:nvGrpSpPr>
          <p:cNvPr id="513" name="Google Shape;371;p3"/>
          <p:cNvGrpSpPr/>
          <p:nvPr/>
        </p:nvGrpSpPr>
        <p:grpSpPr>
          <a:xfrm>
            <a:off x="721440" y="1846800"/>
            <a:ext cx="3073320" cy="2818080"/>
            <a:chOff x="721440" y="1846800"/>
            <a:chExt cx="3073320" cy="2818080"/>
          </a:xfrm>
        </p:grpSpPr>
        <p:pic>
          <p:nvPicPr>
            <p:cNvPr id="514" name="Google Shape;372;p3" descr="Software – Inergica, Soluciones Tecnológicas"/>
            <p:cNvPicPr/>
            <p:nvPr/>
          </p:nvPicPr>
          <p:blipFill>
            <a:blip r:embed="rId2"/>
            <a:stretch/>
          </p:blipFill>
          <p:spPr>
            <a:xfrm>
              <a:off x="721440" y="1846800"/>
              <a:ext cx="3073320" cy="2755440"/>
            </a:xfrm>
            <a:prstGeom prst="rect">
              <a:avLst/>
            </a:prstGeom>
            <a:ln w="0">
              <a:noFill/>
            </a:ln>
          </p:spPr>
        </p:pic>
        <p:sp>
          <p:nvSpPr>
            <p:cNvPr id="515" name="Google Shape;373;p3"/>
            <p:cNvSpPr/>
            <p:nvPr/>
          </p:nvSpPr>
          <p:spPr>
            <a:xfrm>
              <a:off x="1748880" y="4025160"/>
              <a:ext cx="112536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1800" spc="-1" strike="noStrike">
                  <a:solidFill>
                    <a:schemeClr val="dk1"/>
                  </a:solidFill>
                  <a:latin typeface="Calibri"/>
                  <a:ea typeface="Calibri"/>
                </a:rPr>
                <a:t>Producto</a:t>
              </a:r>
              <a:endParaRPr b="0" lang="es-AR" sz="1800" spc="-1" strike="noStrike">
                <a:solidFill>
                  <a:srgbClr val="000000"/>
                </a:solidFill>
                <a:latin typeface="Arial"/>
              </a:endParaRPr>
            </a:p>
          </p:txBody>
        </p:sp>
      </p:grpSp>
      <p:sp>
        <p:nvSpPr>
          <p:cNvPr id="516" name="Google Shape;374;p3"/>
          <p:cNvSpPr/>
          <p:nvPr/>
        </p:nvSpPr>
        <p:spPr>
          <a:xfrm>
            <a:off x="5813640" y="4662720"/>
            <a:ext cx="3744000" cy="17370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1800" spc="-1" strike="noStrike">
                <a:solidFill>
                  <a:schemeClr val="dk1"/>
                </a:solidFill>
                <a:latin typeface="Calibri"/>
                <a:ea typeface="Calibri"/>
              </a:rPr>
              <a:t>-Base para control de cómputos</a:t>
            </a:r>
            <a:endParaRPr b="0" lang="es-AR" sz="1800" spc="-1" strike="noStrike">
              <a:solidFill>
                <a:srgbClr val="000000"/>
              </a:solidFill>
              <a:latin typeface="Arial"/>
            </a:endParaRPr>
          </a:p>
          <a:p>
            <a:pPr>
              <a:lnSpc>
                <a:spcPct val="100000"/>
              </a:lnSpc>
              <a:tabLst>
                <a:tab algn="l" pos="0"/>
              </a:tabLst>
            </a:pPr>
            <a:r>
              <a:rPr b="1" lang="es-ES" sz="1800" spc="-1" strike="noStrike">
                <a:solidFill>
                  <a:schemeClr val="dk1"/>
                </a:solidFill>
                <a:latin typeface="Calibri"/>
                <a:ea typeface="Calibri"/>
              </a:rPr>
              <a:t>-   Sistemas  operativos</a:t>
            </a:r>
            <a:endParaRPr b="0" lang="es-AR" sz="1800" spc="-1" strike="noStrike">
              <a:solidFill>
                <a:srgbClr val="000000"/>
              </a:solidFill>
              <a:latin typeface="Arial"/>
            </a:endParaRPr>
          </a:p>
          <a:p>
            <a:pPr>
              <a:lnSpc>
                <a:spcPct val="100000"/>
              </a:lnSpc>
              <a:tabLst>
                <a:tab algn="l" pos="0"/>
              </a:tabLst>
            </a:pPr>
            <a:r>
              <a:rPr b="1" lang="es-ES" sz="1800" spc="-1" strike="noStrike">
                <a:solidFill>
                  <a:schemeClr val="dk1"/>
                </a:solidFill>
                <a:latin typeface="Calibri"/>
                <a:ea typeface="Calibri"/>
              </a:rPr>
              <a:t>    </a:t>
            </a:r>
            <a:r>
              <a:rPr b="1" lang="es-ES" sz="1800" spc="-1" strike="noStrike">
                <a:solidFill>
                  <a:schemeClr val="dk1"/>
                </a:solidFill>
                <a:latin typeface="Calibri"/>
                <a:ea typeface="Calibri"/>
              </a:rPr>
              <a:t>Comunicación</a:t>
            </a:r>
            <a:endParaRPr b="0" lang="es-AR" sz="1800" spc="-1" strike="noStrike">
              <a:solidFill>
                <a:srgbClr val="000000"/>
              </a:solidFill>
              <a:latin typeface="Arial"/>
            </a:endParaRPr>
          </a:p>
          <a:p>
            <a:pPr>
              <a:lnSpc>
                <a:spcPct val="100000"/>
              </a:lnSpc>
              <a:tabLst>
                <a:tab algn="l" pos="0"/>
              </a:tabLst>
            </a:pPr>
            <a:r>
              <a:rPr b="1" lang="es-ES" sz="1800" spc="-1" strike="noStrike">
                <a:solidFill>
                  <a:schemeClr val="dk1"/>
                </a:solidFill>
                <a:latin typeface="Calibri"/>
                <a:ea typeface="Calibri"/>
              </a:rPr>
              <a:t>     </a:t>
            </a:r>
            <a:r>
              <a:rPr b="1" lang="es-ES" sz="1800" spc="-1" strike="noStrike">
                <a:solidFill>
                  <a:schemeClr val="dk1"/>
                </a:solidFill>
                <a:latin typeface="Calibri"/>
                <a:ea typeface="Calibri"/>
              </a:rPr>
              <a:t>Creación y control de otros prog </a:t>
            </a:r>
            <a:endParaRPr b="0" lang="es-AR" sz="1800" spc="-1" strike="noStrike">
              <a:solidFill>
                <a:srgbClr val="000000"/>
              </a:solidFill>
              <a:latin typeface="Arial"/>
            </a:endParaRPr>
          </a:p>
        </p:txBody>
      </p:sp>
      <p:grpSp>
        <p:nvGrpSpPr>
          <p:cNvPr id="517" name="Google Shape;375;p3"/>
          <p:cNvGrpSpPr/>
          <p:nvPr/>
        </p:nvGrpSpPr>
        <p:grpSpPr>
          <a:xfrm>
            <a:off x="2363760" y="2238480"/>
            <a:ext cx="5271480" cy="3223440"/>
            <a:chOff x="2363760" y="2238480"/>
            <a:chExt cx="5271480" cy="3223440"/>
          </a:xfrm>
        </p:grpSpPr>
        <p:pic>
          <p:nvPicPr>
            <p:cNvPr id="518" name="Google Shape;376;p3" descr="Revolución de la Información - EcuRed"/>
            <p:cNvPicPr/>
            <p:nvPr/>
          </p:nvPicPr>
          <p:blipFill>
            <a:blip r:embed="rId3"/>
            <a:stretch/>
          </p:blipFill>
          <p:spPr>
            <a:xfrm>
              <a:off x="2363760" y="2238480"/>
              <a:ext cx="5271480" cy="3223440"/>
            </a:xfrm>
            <a:prstGeom prst="rect">
              <a:avLst/>
            </a:prstGeom>
            <a:ln w="0">
              <a:noFill/>
            </a:ln>
          </p:spPr>
        </p:pic>
        <p:sp>
          <p:nvSpPr>
            <p:cNvPr id="519" name="Google Shape;377;p3"/>
            <p:cNvSpPr/>
            <p:nvPr/>
          </p:nvSpPr>
          <p:spPr>
            <a:xfrm>
              <a:off x="2793600" y="3858480"/>
              <a:ext cx="4841640" cy="7009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000" spc="-1" strike="noStrike">
                  <a:solidFill>
                    <a:schemeClr val="dk1"/>
                  </a:solidFill>
                  <a:latin typeface="Calibri"/>
                  <a:ea typeface="Calibri"/>
                </a:rPr>
                <a:t>transformador de Información</a:t>
              </a:r>
              <a:endParaRPr b="0" lang="es-AR" sz="2000" spc="-1" strike="noStrike">
                <a:solidFill>
                  <a:srgbClr val="000000"/>
                </a:solidFill>
                <a:latin typeface="Arial"/>
              </a:endParaRPr>
            </a:p>
            <a:p>
              <a:pPr>
                <a:lnSpc>
                  <a:spcPct val="100000"/>
                </a:lnSpc>
                <a:tabLst>
                  <a:tab algn="l" pos="0"/>
                </a:tabLst>
              </a:pPr>
              <a:r>
                <a:rPr b="1" lang="es-ES" sz="2000" spc="-1" strike="noStrike">
                  <a:solidFill>
                    <a:schemeClr val="dk1"/>
                  </a:solidFill>
                  <a:latin typeface="Calibri"/>
                  <a:ea typeface="Calibri"/>
                </a:rPr>
                <a:t>Factor predominante </a:t>
              </a:r>
              <a:endParaRPr b="0" lang="es-AR" sz="2000" spc="-1" strike="noStrike">
                <a:solidFill>
                  <a:srgbClr val="000000"/>
                </a:solidFill>
                <a:latin typeface="Arial"/>
              </a:endParaRPr>
            </a:p>
          </p:txBody>
        </p:sp>
      </p:grpSp>
    </p:spTree>
  </p:cSld>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513"/>
                                        </p:tgtEl>
                                        <p:attrNameLst>
                                          <p:attrName>style.visibility</p:attrName>
                                        </p:attrNameLst>
                                      </p:cBhvr>
                                      <p:to>
                                        <p:strVal val="visible"/>
                                      </p:to>
                                    </p:set>
                                    <p:animEffect filter="fade" transition="in">
                                      <p:cBhvr additive="repl">
                                        <p:cTn id="7" dur="500"/>
                                        <p:tgtEl>
                                          <p:spTgt spid="513"/>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1">
                                  <p:stCondLst>
                                    <p:cond delay="0"/>
                                  </p:stCondLst>
                                  <p:childTnLst>
                                    <p:set>
                                      <p:cBhvr>
                                        <p:cTn id="11" dur="1" fill="hold">
                                          <p:stCondLst>
                                            <p:cond delay="0"/>
                                          </p:stCondLst>
                                        </p:cTn>
                                        <p:tgtEl>
                                          <p:spTgt spid="506">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nodeType="clickEffect" fill="hold" presetClass="entr" presetID="1">
                                  <p:stCondLst>
                                    <p:cond delay="0"/>
                                  </p:stCondLst>
                                  <p:childTnLst>
                                    <p:set>
                                      <p:cBhvr>
                                        <p:cTn id="15" dur="1" fill="hold">
                                          <p:stCondLst>
                                            <p:cond delay="0"/>
                                          </p:stCondLst>
                                        </p:cTn>
                                        <p:tgtEl>
                                          <p:spTgt spid="50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nodeType="clickEffect" fill="hold" presetClass="entr" presetID="1">
                                  <p:stCondLst>
                                    <p:cond delay="0"/>
                                  </p:stCondLst>
                                  <p:childTnLst>
                                    <p:set>
                                      <p:cBhvr>
                                        <p:cTn id="19" dur="1" fill="hold">
                                          <p:stCondLst>
                                            <p:cond delay="0"/>
                                          </p:stCondLst>
                                        </p:cTn>
                                        <p:tgtEl>
                                          <p:spTgt spid="5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nodeType="clickEffect" fill="hold" presetClass="entr" presetID="10">
                                  <p:stCondLst>
                                    <p:cond delay="0"/>
                                  </p:stCondLst>
                                  <p:childTnLst>
                                    <p:set>
                                      <p:cBhvr>
                                        <p:cTn id="23" dur="1" fill="hold">
                                          <p:stCondLst>
                                            <p:cond delay="0"/>
                                          </p:stCondLst>
                                        </p:cTn>
                                        <p:tgtEl>
                                          <p:spTgt spid="517"/>
                                        </p:tgtEl>
                                        <p:attrNameLst>
                                          <p:attrName>style.visibility</p:attrName>
                                        </p:attrNameLst>
                                      </p:cBhvr>
                                      <p:to>
                                        <p:strVal val="visible"/>
                                      </p:to>
                                    </p:set>
                                    <p:animEffect filter="fade" transition="in">
                                      <p:cBhvr additive="repl">
                                        <p:cTn id="24" dur="2000"/>
                                        <p:tgtEl>
                                          <p:spTgt spid="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Software</a:t>
            </a:r>
            <a:endParaRPr b="0" lang="es-AR" sz="4400" spc="-1" strike="noStrike">
              <a:solidFill>
                <a:srgbClr val="000000"/>
              </a:solidFill>
              <a:latin typeface="Arial"/>
            </a:endParaRPr>
          </a:p>
        </p:txBody>
      </p:sp>
      <p:sp>
        <p:nvSpPr>
          <p:cNvPr id="521" name="PlaceHolder 2"/>
          <p:cNvSpPr>
            <a:spLocks noGrp="1"/>
          </p:cNvSpPr>
          <p:nvPr>
            <p:ph/>
          </p:nvPr>
        </p:nvSpPr>
        <p:spPr>
          <a:xfrm>
            <a:off x="1101600" y="1845720"/>
            <a:ext cx="10098720" cy="4023000"/>
          </a:xfrm>
          <a:prstGeom prst="rect">
            <a:avLst/>
          </a:prstGeom>
          <a:noFill/>
          <a:ln w="0">
            <a:noFill/>
          </a:ln>
        </p:spPr>
        <p:txBody>
          <a:bodyPr lIns="0" rIns="0" anchor="t">
            <a:noAutofit/>
          </a:bodyPr>
          <a:p>
            <a:pPr indent="0">
              <a:lnSpc>
                <a:spcPct val="90000"/>
              </a:lnSpc>
              <a:buNone/>
              <a:tabLst>
                <a:tab algn="l" pos="0"/>
              </a:tabLst>
            </a:pPr>
            <a:r>
              <a:rPr b="1" lang="es-ES" sz="3200" spc="-1" strike="noStrike">
                <a:solidFill>
                  <a:srgbClr val="3f3f3f"/>
                </a:solidFill>
                <a:latin typeface="Calibri"/>
                <a:ea typeface="Calibri"/>
              </a:rPr>
              <a:t>¿Qué es?</a:t>
            </a:r>
            <a:endParaRPr b="0" lang="es-AR" sz="3200" spc="-1" strike="noStrike">
              <a:solidFill>
                <a:srgbClr val="000000"/>
              </a:solidFill>
              <a:latin typeface="Arial"/>
            </a:endParaRPr>
          </a:p>
        </p:txBody>
      </p:sp>
      <p:sp>
        <p:nvSpPr>
          <p:cNvPr id="522" name="PlaceHolder 3"/>
          <p:cNvSpPr>
            <a:spLocks noGrp="1"/>
          </p:cNvSpPr>
          <p:nvPr>
            <p:ph type="sldNum" idx="43"/>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DDE40165-5F49-4687-BE32-06397B0BE8E6}"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523" name="Google Shape;385;p4"/>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524" name="Google Shape;386;p4"/>
          <p:cNvSpPr/>
          <p:nvPr/>
        </p:nvSpPr>
        <p:spPr>
          <a:xfrm>
            <a:off x="2288880" y="5661360"/>
            <a:ext cx="5783040" cy="3042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400" spc="-1" strike="noStrike">
                <a:solidFill>
                  <a:srgbClr val="222222"/>
                </a:solidFill>
                <a:latin typeface="Calibri"/>
                <a:ea typeface="Calibri"/>
              </a:rPr>
              <a:t>lEEE: Instituto de Ingeniería Eléctrica y Electrónica </a:t>
            </a:r>
            <a:endParaRPr b="0" lang="es-AR" sz="1400" spc="-1" strike="noStrike">
              <a:solidFill>
                <a:srgbClr val="000000"/>
              </a:solidFill>
              <a:latin typeface="Arial"/>
            </a:endParaRPr>
          </a:p>
        </p:txBody>
      </p:sp>
      <p:sp>
        <p:nvSpPr>
          <p:cNvPr id="525" name="Google Shape;387;p4"/>
          <p:cNvSpPr/>
          <p:nvPr/>
        </p:nvSpPr>
        <p:spPr>
          <a:xfrm>
            <a:off x="1040400" y="2885400"/>
            <a:ext cx="9072720" cy="1944000"/>
          </a:xfrm>
          <a:prstGeom prst="rect">
            <a:avLst/>
          </a:prstGeom>
          <a:solidFill>
            <a:srgbClr val="bea387"/>
          </a:solidFill>
          <a:ln w="0">
            <a:noFill/>
          </a:ln>
          <a:effectLst>
            <a:outerShdw algn="ctr" blurRad="150120" dir="8461089" dist="250081">
              <a:srgbClr val="000000">
                <a:alpha val="26000"/>
              </a:srgbClr>
            </a:outerShdw>
          </a:effectLst>
        </p:spPr>
        <p:style>
          <a:lnRef idx="0"/>
          <a:fillRef idx="0"/>
          <a:effectRef idx="0"/>
          <a:fontRef idx="minor"/>
        </p:style>
        <p:txBody>
          <a:bodyPr anchor="ctr">
            <a:noAutofit/>
          </a:bodyPr>
          <a:p>
            <a:pPr marL="457200">
              <a:lnSpc>
                <a:spcPct val="100000"/>
              </a:lnSpc>
              <a:tabLst>
                <a:tab algn="l" pos="0"/>
              </a:tabLst>
            </a:pPr>
            <a:r>
              <a:rPr b="0" lang="es-ES" sz="2800" spc="-1" strike="noStrike">
                <a:solidFill>
                  <a:schemeClr val="dk1"/>
                </a:solidFill>
                <a:latin typeface="Calibri"/>
                <a:ea typeface="Calibri"/>
              </a:rPr>
              <a:t>Instrucciones (programas de cómputo), procedimientos, reglas, documentación y datos asociados que forman parte de las operaciones de un sistema de computación  (IEEE)</a:t>
            </a:r>
            <a:endParaRPr b="0" lang="es-AR" sz="2800" spc="-1" strike="noStrike">
              <a:solidFill>
                <a:srgbClr val="000000"/>
              </a:solidFill>
              <a:latin typeface="Arial"/>
            </a:endParaRPr>
          </a:p>
        </p:txBody>
      </p:sp>
    </p:spTree>
  </p:cSld>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1" lang="es-ES" sz="4000" spc="-1" strike="noStrike">
                <a:solidFill>
                  <a:srgbClr val="3f3f3f"/>
                </a:solidFill>
                <a:latin typeface="Calibri"/>
                <a:ea typeface="Calibri"/>
              </a:rPr>
              <a:t>Características del Software</a:t>
            </a:r>
            <a:endParaRPr b="0" lang="es-AR" sz="4000" spc="-1" strike="noStrike">
              <a:solidFill>
                <a:srgbClr val="000000"/>
              </a:solidFill>
              <a:latin typeface="Arial"/>
            </a:endParaRPr>
          </a:p>
        </p:txBody>
      </p:sp>
      <p:sp>
        <p:nvSpPr>
          <p:cNvPr id="527" name="PlaceHolder 2"/>
          <p:cNvSpPr>
            <a:spLocks noGrp="1"/>
          </p:cNvSpPr>
          <p:nvPr>
            <p:ph/>
          </p:nvPr>
        </p:nvSpPr>
        <p:spPr>
          <a:xfrm>
            <a:off x="6862320" y="2217240"/>
            <a:ext cx="4874760" cy="4023000"/>
          </a:xfrm>
          <a:prstGeom prst="rect">
            <a:avLst/>
          </a:prstGeom>
          <a:noFill/>
          <a:ln w="0">
            <a:noFill/>
          </a:ln>
        </p:spPr>
        <p:txBody>
          <a:bodyPr anchor="t">
            <a:noAutofit/>
          </a:bodyPr>
          <a:p>
            <a:pPr marL="91440" indent="-91440">
              <a:lnSpc>
                <a:spcPct val="90000"/>
              </a:lnSpc>
              <a:buClr>
                <a:srgbClr val="3f3f3f"/>
              </a:buClr>
              <a:buFont typeface="Noto Sans Symbols"/>
              <a:buChar char="❑"/>
            </a:pPr>
            <a:r>
              <a:rPr b="0" lang="es-ES" sz="2800" spc="-1" strike="noStrike">
                <a:solidFill>
                  <a:srgbClr val="3f3f3f"/>
                </a:solidFill>
                <a:latin typeface="Calibri"/>
                <a:ea typeface="Calibri"/>
              </a:rPr>
              <a:t>  </a:t>
            </a:r>
            <a:r>
              <a:rPr b="0" lang="es-ES" sz="2800" spc="-1" strike="noStrike">
                <a:solidFill>
                  <a:srgbClr val="000000"/>
                </a:solidFill>
                <a:latin typeface="Calibri"/>
                <a:ea typeface="Calibri"/>
              </a:rPr>
              <a:t>elemento lógico</a:t>
            </a:r>
            <a:endParaRPr b="0" lang="es-AR" sz="2800" spc="-1" strike="noStrike">
              <a:solidFill>
                <a:srgbClr val="000000"/>
              </a:solidFill>
              <a:latin typeface="Arial"/>
            </a:endParaRPr>
          </a:p>
          <a:p>
            <a:pPr marL="384120" indent="0">
              <a:lnSpc>
                <a:spcPct val="90000"/>
              </a:lnSpc>
              <a:spcBef>
                <a:spcPts val="400"/>
              </a:spcBef>
              <a:buNone/>
              <a:tabLst>
                <a:tab algn="l" pos="0"/>
              </a:tabLst>
            </a:pPr>
            <a:endParaRPr b="0" lang="es-AR" sz="2800" spc="-1" strike="noStrike">
              <a:solidFill>
                <a:srgbClr val="000000"/>
              </a:solidFill>
              <a:latin typeface="Arial"/>
            </a:endParaRPr>
          </a:p>
          <a:p>
            <a:pPr marL="91440" indent="0">
              <a:lnSpc>
                <a:spcPct val="90000"/>
              </a:lnSpc>
              <a:spcBef>
                <a:spcPts val="1599"/>
              </a:spcBef>
              <a:buNone/>
              <a:tabLst>
                <a:tab algn="l" pos="0"/>
              </a:tabLst>
            </a:pPr>
            <a:endParaRPr b="0" lang="es-AR" sz="2800" spc="-1" strike="noStrike">
              <a:solidFill>
                <a:srgbClr val="000000"/>
              </a:solidFill>
              <a:latin typeface="Arial"/>
            </a:endParaRPr>
          </a:p>
        </p:txBody>
      </p:sp>
      <p:sp>
        <p:nvSpPr>
          <p:cNvPr id="528" name="PlaceHolder 3"/>
          <p:cNvSpPr>
            <a:spLocks noGrp="1"/>
          </p:cNvSpPr>
          <p:nvPr>
            <p:ph type="sldNum" idx="44"/>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921FACF6-1A0C-42C4-B4C0-D4234B8B0D29}"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529" name="Google Shape;395;p5"/>
          <p:cNvSpPr/>
          <p:nvPr/>
        </p:nvSpPr>
        <p:spPr>
          <a:xfrm>
            <a:off x="155520" y="-852480"/>
            <a:ext cx="2580840" cy="1780920"/>
          </a:xfrm>
          <a:prstGeom prst="rect">
            <a:avLst/>
          </a:prstGeom>
          <a:noFill/>
          <a:ln w="0">
            <a:noFill/>
          </a:ln>
        </p:spPr>
        <p:style>
          <a:lnRef idx="0"/>
          <a:fillRef idx="0"/>
          <a:effectRef idx="0"/>
          <a:fontRef idx="minor"/>
        </p:style>
        <p:txBody>
          <a:bodyPr anchor="t">
            <a:noAutofit/>
          </a:bodyPr>
          <a:p>
            <a:pPr>
              <a:lnSpc>
                <a:spcPct val="100000"/>
              </a:lnSpc>
              <a:tabLst>
                <a:tab algn="l" pos="0"/>
              </a:tabLst>
            </a:pPr>
            <a:endParaRPr b="0" lang="es-AR" sz="1800" spc="-1" strike="noStrike">
              <a:solidFill>
                <a:schemeClr val="dk1"/>
              </a:solidFill>
              <a:latin typeface="Calibri"/>
              <a:ea typeface="Calibri"/>
            </a:endParaRPr>
          </a:p>
        </p:txBody>
      </p:sp>
      <p:sp>
        <p:nvSpPr>
          <p:cNvPr id="530" name="Google Shape;396;p5"/>
          <p:cNvSpPr/>
          <p:nvPr/>
        </p:nvSpPr>
        <p:spPr>
          <a:xfrm>
            <a:off x="307800" y="-700200"/>
            <a:ext cx="2580840" cy="1780920"/>
          </a:xfrm>
          <a:prstGeom prst="rect">
            <a:avLst/>
          </a:prstGeom>
          <a:noFill/>
          <a:ln w="0">
            <a:noFill/>
          </a:ln>
        </p:spPr>
        <p:style>
          <a:lnRef idx="0"/>
          <a:fillRef idx="0"/>
          <a:effectRef idx="0"/>
          <a:fontRef idx="minor"/>
        </p:style>
        <p:txBody>
          <a:bodyPr anchor="t">
            <a:noAutofit/>
          </a:bodyPr>
          <a:p>
            <a:pPr>
              <a:lnSpc>
                <a:spcPct val="100000"/>
              </a:lnSpc>
              <a:tabLst>
                <a:tab algn="l" pos="0"/>
              </a:tabLst>
            </a:pPr>
            <a:endParaRPr b="0" lang="es-AR" sz="1800" spc="-1" strike="noStrike">
              <a:solidFill>
                <a:schemeClr val="dk1"/>
              </a:solidFill>
              <a:latin typeface="Calibri"/>
              <a:ea typeface="Calibri"/>
            </a:endParaRPr>
          </a:p>
        </p:txBody>
      </p:sp>
      <p:sp>
        <p:nvSpPr>
          <p:cNvPr id="531" name="Google Shape;397;p5"/>
          <p:cNvSpPr/>
          <p:nvPr/>
        </p:nvSpPr>
        <p:spPr>
          <a:xfrm>
            <a:off x="155520" y="-822240"/>
            <a:ext cx="2285640" cy="1714320"/>
          </a:xfrm>
          <a:prstGeom prst="rect">
            <a:avLst/>
          </a:prstGeom>
          <a:noFill/>
          <a:ln w="0">
            <a:noFill/>
          </a:ln>
        </p:spPr>
        <p:style>
          <a:lnRef idx="0"/>
          <a:fillRef idx="0"/>
          <a:effectRef idx="0"/>
          <a:fontRef idx="minor"/>
        </p:style>
        <p:txBody>
          <a:bodyPr anchor="t">
            <a:noAutofit/>
          </a:bodyPr>
          <a:p>
            <a:pPr>
              <a:lnSpc>
                <a:spcPct val="100000"/>
              </a:lnSpc>
              <a:tabLst>
                <a:tab algn="l" pos="0"/>
              </a:tabLst>
            </a:pPr>
            <a:endParaRPr b="0" lang="es-AR" sz="1800" spc="-1" strike="noStrike">
              <a:solidFill>
                <a:schemeClr val="dk1"/>
              </a:solidFill>
              <a:latin typeface="Calibri"/>
              <a:ea typeface="Calibri"/>
            </a:endParaRPr>
          </a:p>
        </p:txBody>
      </p:sp>
      <p:sp>
        <p:nvSpPr>
          <p:cNvPr id="532" name="Google Shape;398;p5"/>
          <p:cNvSpPr/>
          <p:nvPr/>
        </p:nvSpPr>
        <p:spPr>
          <a:xfrm>
            <a:off x="307800" y="-669960"/>
            <a:ext cx="2285640" cy="1714320"/>
          </a:xfrm>
          <a:prstGeom prst="rect">
            <a:avLst/>
          </a:prstGeom>
          <a:noFill/>
          <a:ln w="0">
            <a:noFill/>
          </a:ln>
        </p:spPr>
        <p:style>
          <a:lnRef idx="0"/>
          <a:fillRef idx="0"/>
          <a:effectRef idx="0"/>
          <a:fontRef idx="minor"/>
        </p:style>
        <p:txBody>
          <a:bodyPr anchor="t">
            <a:noAutofit/>
          </a:bodyPr>
          <a:p>
            <a:pPr>
              <a:lnSpc>
                <a:spcPct val="100000"/>
              </a:lnSpc>
              <a:tabLst>
                <a:tab algn="l" pos="0"/>
              </a:tabLst>
            </a:pPr>
            <a:endParaRPr b="0" lang="es-AR" sz="1800" spc="-1" strike="noStrike">
              <a:solidFill>
                <a:schemeClr val="dk1"/>
              </a:solidFill>
              <a:latin typeface="Calibri"/>
              <a:ea typeface="Calibri"/>
            </a:endParaRPr>
          </a:p>
        </p:txBody>
      </p:sp>
      <p:sp>
        <p:nvSpPr>
          <p:cNvPr id="533" name="Google Shape;399;p5"/>
          <p:cNvSpPr/>
          <p:nvPr/>
        </p:nvSpPr>
        <p:spPr>
          <a:xfrm>
            <a:off x="155520" y="-822240"/>
            <a:ext cx="1514160" cy="1714320"/>
          </a:xfrm>
          <a:prstGeom prst="rect">
            <a:avLst/>
          </a:prstGeom>
          <a:noFill/>
          <a:ln w="0">
            <a:noFill/>
          </a:ln>
        </p:spPr>
        <p:style>
          <a:lnRef idx="0"/>
          <a:fillRef idx="0"/>
          <a:effectRef idx="0"/>
          <a:fontRef idx="minor"/>
        </p:style>
        <p:txBody>
          <a:bodyPr anchor="t">
            <a:noAutofit/>
          </a:bodyPr>
          <a:p>
            <a:pPr>
              <a:lnSpc>
                <a:spcPct val="100000"/>
              </a:lnSpc>
              <a:tabLst>
                <a:tab algn="l" pos="0"/>
              </a:tabLst>
            </a:pPr>
            <a:endParaRPr b="0" lang="es-AR" sz="1800" spc="-1" strike="noStrike">
              <a:solidFill>
                <a:schemeClr val="dk1"/>
              </a:solidFill>
              <a:latin typeface="Calibri"/>
              <a:ea typeface="Calibri"/>
            </a:endParaRPr>
          </a:p>
        </p:txBody>
      </p:sp>
      <p:sp>
        <p:nvSpPr>
          <p:cNvPr id="534" name="Google Shape;400;p5"/>
          <p:cNvSpPr/>
          <p:nvPr/>
        </p:nvSpPr>
        <p:spPr>
          <a:xfrm>
            <a:off x="307800" y="-669960"/>
            <a:ext cx="1514160" cy="1714320"/>
          </a:xfrm>
          <a:prstGeom prst="rect">
            <a:avLst/>
          </a:prstGeom>
          <a:noFill/>
          <a:ln w="0">
            <a:noFill/>
          </a:ln>
        </p:spPr>
        <p:style>
          <a:lnRef idx="0"/>
          <a:fillRef idx="0"/>
          <a:effectRef idx="0"/>
          <a:fontRef idx="minor"/>
        </p:style>
        <p:txBody>
          <a:bodyPr anchor="t">
            <a:noAutofit/>
          </a:bodyPr>
          <a:p>
            <a:pPr>
              <a:lnSpc>
                <a:spcPct val="100000"/>
              </a:lnSpc>
              <a:tabLst>
                <a:tab algn="l" pos="0"/>
              </a:tabLst>
            </a:pPr>
            <a:endParaRPr b="0" lang="es-AR" sz="1800" spc="-1" strike="noStrike">
              <a:solidFill>
                <a:schemeClr val="dk1"/>
              </a:solidFill>
              <a:latin typeface="Calibri"/>
              <a:ea typeface="Calibri"/>
            </a:endParaRPr>
          </a:p>
        </p:txBody>
      </p:sp>
      <p:sp>
        <p:nvSpPr>
          <p:cNvPr id="535" name="Google Shape;401;p5"/>
          <p:cNvSpPr/>
          <p:nvPr/>
        </p:nvSpPr>
        <p:spPr>
          <a:xfrm>
            <a:off x="460440" y="-517680"/>
            <a:ext cx="1514160" cy="1714320"/>
          </a:xfrm>
          <a:prstGeom prst="rect">
            <a:avLst/>
          </a:prstGeom>
          <a:noFill/>
          <a:ln w="0">
            <a:noFill/>
          </a:ln>
        </p:spPr>
        <p:style>
          <a:lnRef idx="0"/>
          <a:fillRef idx="0"/>
          <a:effectRef idx="0"/>
          <a:fontRef idx="minor"/>
        </p:style>
        <p:txBody>
          <a:bodyPr anchor="t">
            <a:noAutofit/>
          </a:bodyPr>
          <a:p>
            <a:pPr>
              <a:lnSpc>
                <a:spcPct val="100000"/>
              </a:lnSpc>
              <a:tabLst>
                <a:tab algn="l" pos="0"/>
              </a:tabLst>
            </a:pPr>
            <a:endParaRPr b="0" lang="es-AR" sz="1800" spc="-1" strike="noStrike">
              <a:solidFill>
                <a:schemeClr val="dk1"/>
              </a:solidFill>
              <a:latin typeface="Calibri"/>
              <a:ea typeface="Calibri"/>
            </a:endParaRPr>
          </a:p>
        </p:txBody>
      </p:sp>
      <p:sp>
        <p:nvSpPr>
          <p:cNvPr id="536" name="Google Shape;402;p5"/>
          <p:cNvSpPr/>
          <p:nvPr/>
        </p:nvSpPr>
        <p:spPr>
          <a:xfrm>
            <a:off x="6862320" y="2865960"/>
            <a:ext cx="4874760" cy="944280"/>
          </a:xfrm>
          <a:prstGeom prst="rect">
            <a:avLst/>
          </a:prstGeom>
          <a:noFill/>
          <a:ln w="0">
            <a:noFill/>
          </a:ln>
        </p:spPr>
        <p:style>
          <a:lnRef idx="0"/>
          <a:fillRef idx="0"/>
          <a:effectRef idx="0"/>
          <a:fontRef idx="minor"/>
        </p:style>
        <p:txBody>
          <a:bodyPr anchor="t">
            <a:spAutoFit/>
          </a:bodyPr>
          <a:p>
            <a:pPr marL="457200" indent="-457200">
              <a:lnSpc>
                <a:spcPct val="100000"/>
              </a:lnSpc>
              <a:buClr>
                <a:srgbClr val="000000"/>
              </a:buClr>
              <a:buFont typeface="Noto Sans Symbols"/>
              <a:buChar char="❑"/>
            </a:pPr>
            <a:r>
              <a:rPr b="0" lang="es-ES" sz="2800" spc="-1" strike="noStrike">
                <a:solidFill>
                  <a:schemeClr val="dk1"/>
                </a:solidFill>
                <a:latin typeface="Calibri"/>
                <a:ea typeface="Calibri"/>
              </a:rPr>
              <a:t>se desarrolla, no se fabrica</a:t>
            </a:r>
            <a:endParaRPr b="0" lang="es-AR" sz="2800" spc="-1" strike="noStrike">
              <a:solidFill>
                <a:srgbClr val="000000"/>
              </a:solidFill>
              <a:latin typeface="Arial"/>
            </a:endParaRPr>
          </a:p>
        </p:txBody>
      </p:sp>
      <p:sp>
        <p:nvSpPr>
          <p:cNvPr id="537" name="Google Shape;403;p5"/>
          <p:cNvSpPr/>
          <p:nvPr/>
        </p:nvSpPr>
        <p:spPr>
          <a:xfrm>
            <a:off x="6862320" y="3607200"/>
            <a:ext cx="3776760" cy="517680"/>
          </a:xfrm>
          <a:prstGeom prst="rect">
            <a:avLst/>
          </a:prstGeom>
          <a:noFill/>
          <a:ln w="0">
            <a:noFill/>
          </a:ln>
        </p:spPr>
        <p:style>
          <a:lnRef idx="0"/>
          <a:fillRef idx="0"/>
          <a:effectRef idx="0"/>
          <a:fontRef idx="minor"/>
        </p:style>
        <p:txBody>
          <a:bodyPr anchor="t">
            <a:spAutoFit/>
          </a:bodyPr>
          <a:p>
            <a:pPr marL="457200" indent="-457200">
              <a:lnSpc>
                <a:spcPct val="100000"/>
              </a:lnSpc>
              <a:buClr>
                <a:srgbClr val="000000"/>
              </a:buClr>
              <a:buFont typeface="Noto Sans Symbols"/>
              <a:buChar char="❑"/>
            </a:pPr>
            <a:r>
              <a:rPr b="0" lang="es-ES" sz="2800" spc="-1" strike="noStrike">
                <a:solidFill>
                  <a:schemeClr val="dk1"/>
                </a:solidFill>
                <a:latin typeface="Calibri"/>
                <a:ea typeface="Calibri"/>
              </a:rPr>
              <a:t>no se desgasta</a:t>
            </a:r>
            <a:endParaRPr b="0" lang="es-AR" sz="2800" spc="-1" strike="noStrike">
              <a:solidFill>
                <a:srgbClr val="000000"/>
              </a:solidFill>
              <a:latin typeface="Arial"/>
            </a:endParaRPr>
          </a:p>
        </p:txBody>
      </p:sp>
      <p:pic>
        <p:nvPicPr>
          <p:cNvPr id="538" name="Google Shape;404;p5" descr="Aquí tienes más de 500 cursos de programación gratis que puedes comenzar en  marzo"/>
          <p:cNvPicPr/>
          <p:nvPr/>
        </p:nvPicPr>
        <p:blipFill>
          <a:blip r:embed="rId1"/>
          <a:stretch/>
        </p:blipFill>
        <p:spPr>
          <a:xfrm>
            <a:off x="1325880" y="2183760"/>
            <a:ext cx="4552920" cy="3045240"/>
          </a:xfrm>
          <a:prstGeom prst="rect">
            <a:avLst/>
          </a:prstGeom>
          <a:ln w="0">
            <a:noFill/>
          </a:ln>
        </p:spPr>
      </p:pic>
    </p:spTree>
  </p:cSld>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1" lang="es-ES" sz="4000" spc="-1" strike="noStrike">
                <a:solidFill>
                  <a:srgbClr val="3f3f3f"/>
                </a:solidFill>
                <a:latin typeface="Calibri"/>
                <a:ea typeface="Calibri"/>
              </a:rPr>
              <a:t>Características del Software</a:t>
            </a:r>
            <a:endParaRPr b="0" lang="es-AR" sz="4000" spc="-1" strike="noStrike">
              <a:solidFill>
                <a:srgbClr val="000000"/>
              </a:solidFill>
              <a:latin typeface="Arial"/>
            </a:endParaRPr>
          </a:p>
        </p:txBody>
      </p:sp>
      <p:sp>
        <p:nvSpPr>
          <p:cNvPr id="540" name="PlaceHolder 2"/>
          <p:cNvSpPr>
            <a:spLocks noGrp="1"/>
          </p:cNvSpPr>
          <p:nvPr>
            <p:ph/>
          </p:nvPr>
        </p:nvSpPr>
        <p:spPr>
          <a:xfrm>
            <a:off x="1101600" y="1845720"/>
            <a:ext cx="10098720" cy="4023000"/>
          </a:xfrm>
          <a:prstGeom prst="rect">
            <a:avLst/>
          </a:prstGeom>
          <a:noFill/>
          <a:ln w="0">
            <a:noFill/>
          </a:ln>
        </p:spPr>
        <p:txBody>
          <a:bodyPr lIns="0" rIns="0" anchor="t">
            <a:normAutofit/>
          </a:bodyPr>
          <a:p>
            <a:pPr indent="0">
              <a:lnSpc>
                <a:spcPct val="90000"/>
              </a:lnSpc>
              <a:buNone/>
              <a:tabLst>
                <a:tab algn="l" pos="0"/>
              </a:tabLst>
            </a:pPr>
            <a:r>
              <a:rPr b="0" lang="es-ES" sz="2000" spc="-1" strike="noStrike">
                <a:solidFill>
                  <a:srgbClr val="3f3f3f"/>
                </a:solidFill>
                <a:latin typeface="Calibri"/>
                <a:ea typeface="Calibri"/>
              </a:rPr>
              <a:t>No sigue una curva clásica de envejecimiento. </a:t>
            </a:r>
            <a:endParaRPr b="0" lang="es-AR" sz="2000" spc="-1" strike="noStrike">
              <a:solidFill>
                <a:srgbClr val="000000"/>
              </a:solidFill>
              <a:latin typeface="Arial"/>
            </a:endParaRPr>
          </a:p>
          <a:p>
            <a:pPr indent="0">
              <a:lnSpc>
                <a:spcPct val="90000"/>
              </a:lnSpc>
              <a:spcBef>
                <a:spcPts val="1400"/>
              </a:spcBef>
              <a:buNone/>
              <a:tabLst>
                <a:tab algn="l" pos="0"/>
              </a:tabLst>
            </a:pPr>
            <a:endParaRPr b="0" lang="es-AR" sz="2000" spc="-1" strike="noStrike">
              <a:solidFill>
                <a:srgbClr val="000000"/>
              </a:solidFill>
              <a:latin typeface="Arial"/>
            </a:endParaRPr>
          </a:p>
        </p:txBody>
      </p:sp>
      <p:sp>
        <p:nvSpPr>
          <p:cNvPr id="541" name="PlaceHolder 3"/>
          <p:cNvSpPr>
            <a:spLocks noGrp="1"/>
          </p:cNvSpPr>
          <p:nvPr>
            <p:ph type="sldNum" idx="45"/>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D8E4C566-54FD-426D-9AE4-C16C17313112}"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542" name="Google Shape;412;p6"/>
          <p:cNvSpPr/>
          <p:nvPr/>
        </p:nvSpPr>
        <p:spPr>
          <a:xfrm>
            <a:off x="1248120" y="5651640"/>
            <a:ext cx="3340800" cy="7009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000" spc="-1" strike="noStrike">
                <a:solidFill>
                  <a:srgbClr val="2a393d"/>
                </a:solidFill>
                <a:latin typeface="Calibri"/>
                <a:ea typeface="Calibri"/>
              </a:rPr>
              <a:t>Envejecimiento del hardware</a:t>
            </a:r>
            <a:endParaRPr b="0" lang="es-AR" sz="2000" spc="-1" strike="noStrike">
              <a:solidFill>
                <a:srgbClr val="000000"/>
              </a:solidFill>
              <a:latin typeface="Arial"/>
            </a:endParaRPr>
          </a:p>
        </p:txBody>
      </p:sp>
      <p:sp>
        <p:nvSpPr>
          <p:cNvPr id="543" name="Google Shape;413;p6"/>
          <p:cNvSpPr/>
          <p:nvPr/>
        </p:nvSpPr>
        <p:spPr>
          <a:xfrm>
            <a:off x="7841880" y="3889080"/>
            <a:ext cx="2223000" cy="99972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pic>
        <p:nvPicPr>
          <p:cNvPr id="544" name="Google Shape;414;p6" descr=""/>
          <p:cNvPicPr/>
          <p:nvPr/>
        </p:nvPicPr>
        <p:blipFill>
          <a:blip r:embed="rId1"/>
          <a:srcRect l="0" t="0" r="2781" b="0"/>
          <a:stretch/>
        </p:blipFill>
        <p:spPr>
          <a:xfrm>
            <a:off x="1101600" y="2565000"/>
            <a:ext cx="4387320" cy="3092040"/>
          </a:xfrm>
          <a:prstGeom prst="rect">
            <a:avLst/>
          </a:prstGeom>
          <a:ln w="0">
            <a:noFill/>
          </a:ln>
        </p:spPr>
      </p:pic>
      <p:pic>
        <p:nvPicPr>
          <p:cNvPr id="545" name="Google Shape;415;p6" descr=""/>
          <p:cNvPicPr/>
          <p:nvPr/>
        </p:nvPicPr>
        <p:blipFill>
          <a:blip r:embed="rId2"/>
          <a:stretch/>
        </p:blipFill>
        <p:spPr>
          <a:xfrm>
            <a:off x="6624720" y="2565000"/>
            <a:ext cx="4261320" cy="2910240"/>
          </a:xfrm>
          <a:prstGeom prst="rect">
            <a:avLst/>
          </a:prstGeom>
          <a:ln w="0">
            <a:noFill/>
          </a:ln>
        </p:spPr>
      </p:pic>
      <p:sp>
        <p:nvSpPr>
          <p:cNvPr id="546" name="Google Shape;416;p6"/>
          <p:cNvSpPr/>
          <p:nvPr/>
        </p:nvSpPr>
        <p:spPr>
          <a:xfrm>
            <a:off x="7626960" y="5464440"/>
            <a:ext cx="2438280" cy="7009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000" spc="-1" strike="noStrike">
                <a:solidFill>
                  <a:srgbClr val="2a393d"/>
                </a:solidFill>
                <a:latin typeface="Calibri"/>
                <a:ea typeface="Calibri"/>
              </a:rPr>
              <a:t>Envejecimiento del software</a:t>
            </a:r>
            <a:endParaRPr b="0" lang="es-AR" sz="2000" spc="-1" strike="noStrike">
              <a:solidFill>
                <a:srgbClr val="000000"/>
              </a:solidFill>
              <a:latin typeface="Arial"/>
            </a:endParaRPr>
          </a:p>
        </p:txBody>
      </p:sp>
      <p:sp>
        <p:nvSpPr>
          <p:cNvPr id="547" name="Google Shape;417;p6"/>
          <p:cNvSpPr/>
          <p:nvPr/>
        </p:nvSpPr>
        <p:spPr>
          <a:xfrm>
            <a:off x="3096360" y="4655160"/>
            <a:ext cx="6117840" cy="1005840"/>
          </a:xfrm>
          <a:prstGeom prst="rect">
            <a:avLst/>
          </a:prstGeom>
          <a:solidFill>
            <a:schemeClr val="accent5"/>
          </a:solidFill>
          <a:ln w="0">
            <a:noFill/>
          </a:ln>
        </p:spPr>
        <p:style>
          <a:lnRef idx="0"/>
          <a:fillRef idx="0"/>
          <a:effectRef idx="0"/>
          <a:fontRef idx="minor"/>
        </p:style>
        <p:txBody>
          <a:bodyPr anchor="t">
            <a:spAutoFit/>
          </a:bodyPr>
          <a:p>
            <a:pPr>
              <a:lnSpc>
                <a:spcPct val="100000"/>
              </a:lnSpc>
              <a:tabLst>
                <a:tab algn="l" pos="0"/>
              </a:tabLst>
            </a:pPr>
            <a:r>
              <a:rPr b="1" lang="es-ES" sz="2000" spc="-1" strike="noStrike">
                <a:solidFill>
                  <a:schemeClr val="dk1"/>
                </a:solidFill>
                <a:latin typeface="Calibri"/>
                <a:ea typeface="Calibri"/>
              </a:rPr>
              <a:t>El problema no está en el tiempo de operación, sino en los cambios. </a:t>
            </a:r>
            <a:endParaRPr b="0" lang="es-AR" sz="2000" spc="-1" strike="noStrike">
              <a:solidFill>
                <a:srgbClr val="000000"/>
              </a:solidFill>
              <a:latin typeface="Arial"/>
            </a:endParaRPr>
          </a:p>
          <a:p>
            <a:pPr>
              <a:lnSpc>
                <a:spcPct val="100000"/>
              </a:lnSpc>
              <a:tabLst>
                <a:tab algn="l" pos="0"/>
              </a:tabLst>
            </a:pPr>
            <a:endParaRPr b="0" lang="es-AR" sz="2000" spc="-1" strike="noStrike">
              <a:solidFill>
                <a:srgbClr val="000000"/>
              </a:solidFill>
              <a:latin typeface="Arial"/>
            </a:endParaRPr>
          </a:p>
        </p:txBody>
      </p:sp>
    </p:spTree>
  </p:cSld>
  <p:transition spd="med">
    <p:fade/>
  </p:transition>
  <p:timing>
    <p:tnLst>
      <p:par>
        <p:cTn id="25" dur="indefinite" restart="never" nodeType="tmRoot">
          <p:childTnLst>
            <p:seq>
              <p:cTn id="26" dur="indefinite" nodeType="mainSeq">
                <p:childTnLst>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5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title"/>
          </p:nvPr>
        </p:nvSpPr>
        <p:spPr>
          <a:xfrm>
            <a:off x="1101600" y="286560"/>
            <a:ext cx="10098720" cy="1450440"/>
          </a:xfrm>
          <a:prstGeom prst="rect">
            <a:avLst/>
          </a:prstGeom>
          <a:noFill/>
          <a:ln w="0">
            <a:noFill/>
          </a:ln>
        </p:spPr>
        <p:txBody>
          <a:bodyPr anchor="b">
            <a:noAutofit/>
          </a:bodyPr>
          <a:p>
            <a:pPr indent="0">
              <a:lnSpc>
                <a:spcPct val="85000"/>
              </a:lnSpc>
              <a:buNone/>
              <a:tabLst>
                <a:tab algn="l" pos="0"/>
              </a:tabLst>
            </a:pPr>
            <a:r>
              <a:rPr b="1" lang="es-ES" sz="4400" spc="-1" strike="noStrike">
                <a:solidFill>
                  <a:srgbClr val="3f3f3f"/>
                </a:solidFill>
                <a:latin typeface="Calibri"/>
                <a:ea typeface="Calibri"/>
              </a:rPr>
              <a:t>Tipos de producto de software</a:t>
            </a:r>
            <a:endParaRPr b="0" lang="es-AR" sz="4400" spc="-1" strike="noStrike">
              <a:solidFill>
                <a:srgbClr val="000000"/>
              </a:solidFill>
              <a:latin typeface="Arial"/>
            </a:endParaRPr>
          </a:p>
        </p:txBody>
      </p:sp>
      <p:sp>
        <p:nvSpPr>
          <p:cNvPr id="549" name="PlaceHolder 2"/>
          <p:cNvSpPr>
            <a:spLocks noGrp="1"/>
          </p:cNvSpPr>
          <p:nvPr>
            <p:ph/>
          </p:nvPr>
        </p:nvSpPr>
        <p:spPr>
          <a:xfrm>
            <a:off x="6015960" y="3717000"/>
            <a:ext cx="4919400" cy="4023000"/>
          </a:xfrm>
          <a:prstGeom prst="rect">
            <a:avLst/>
          </a:prstGeom>
          <a:noFill/>
          <a:ln w="0">
            <a:noFill/>
          </a:ln>
        </p:spPr>
        <p:txBody>
          <a:bodyPr lIns="0" rIns="0" anchor="t">
            <a:noAutofit/>
          </a:bodyPr>
          <a:p>
            <a:pPr marL="379080" indent="0">
              <a:lnSpc>
                <a:spcPct val="90000"/>
              </a:lnSpc>
              <a:buNone/>
              <a:tabLst>
                <a:tab algn="l" pos="0"/>
              </a:tabLst>
            </a:pPr>
            <a:endParaRPr b="0" lang="es-AR" sz="2800" spc="-1" strike="noStrike">
              <a:solidFill>
                <a:srgbClr val="000000"/>
              </a:solidFill>
              <a:latin typeface="Arial"/>
            </a:endParaRPr>
          </a:p>
          <a:p>
            <a:pPr indent="0">
              <a:lnSpc>
                <a:spcPct val="100000"/>
              </a:lnSpc>
              <a:buNone/>
              <a:tabLst>
                <a:tab algn="l" pos="0"/>
              </a:tabLst>
            </a:pPr>
            <a:r>
              <a:rPr b="1" lang="es-ES" sz="2400" spc="-1" strike="noStrike">
                <a:solidFill>
                  <a:schemeClr val="dk1"/>
                </a:solidFill>
                <a:latin typeface="Calibri"/>
                <a:ea typeface="Calibri"/>
              </a:rPr>
              <a:t>Personalizados:</a:t>
            </a:r>
            <a:r>
              <a:rPr b="1" lang="es-ES" sz="2800" spc="-1" strike="noStrike">
                <a:solidFill>
                  <a:srgbClr val="3f3f3f"/>
                </a:solidFill>
                <a:latin typeface="Calibri"/>
                <a:ea typeface="Calibri"/>
              </a:rPr>
              <a:t> </a:t>
            </a:r>
            <a:r>
              <a:rPr b="0" lang="es-ES" sz="2400" spc="-1" strike="noStrike">
                <a:solidFill>
                  <a:schemeClr val="dk1"/>
                </a:solidFill>
                <a:latin typeface="Calibri"/>
                <a:ea typeface="Calibri"/>
              </a:rPr>
              <a:t>Sistemas requeridos por un cliente en particular.</a:t>
            </a:r>
            <a:endParaRPr b="0" lang="es-AR" sz="2400" spc="-1" strike="noStrike">
              <a:solidFill>
                <a:srgbClr val="000000"/>
              </a:solidFill>
              <a:latin typeface="Arial"/>
            </a:endParaRPr>
          </a:p>
        </p:txBody>
      </p:sp>
      <p:sp>
        <p:nvSpPr>
          <p:cNvPr id="550" name="PlaceHolder 3"/>
          <p:cNvSpPr>
            <a:spLocks noGrp="1"/>
          </p:cNvSpPr>
          <p:nvPr>
            <p:ph type="sldNum" idx="46"/>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1F194422-73A7-4CDE-9991-51DE6D86C78E}"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551" name="Google Shape;425;p7"/>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552" name="Google Shape;426;p7"/>
          <p:cNvSpPr/>
          <p:nvPr/>
        </p:nvSpPr>
        <p:spPr>
          <a:xfrm>
            <a:off x="5915880" y="2073240"/>
            <a:ext cx="5544360" cy="19198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400" spc="-1" strike="noStrike">
                <a:solidFill>
                  <a:schemeClr val="dk1"/>
                </a:solidFill>
                <a:latin typeface="Calibri"/>
                <a:ea typeface="Calibri"/>
              </a:rPr>
              <a:t>Genéricos: </a:t>
            </a:r>
            <a:r>
              <a:rPr b="0" lang="es-ES" sz="2400" spc="-1" strike="noStrike">
                <a:solidFill>
                  <a:schemeClr val="dk1"/>
                </a:solidFill>
                <a:latin typeface="Calibri"/>
                <a:ea typeface="Calibri"/>
              </a:rPr>
              <a:t>Sistemas aislados producidos por organizaciones desarrolladoras de software y que se venden en un mercado</a:t>
            </a:r>
            <a:endParaRPr b="0" lang="es-AR" sz="2400" spc="-1" strike="noStrike">
              <a:solidFill>
                <a:srgbClr val="000000"/>
              </a:solidFill>
              <a:latin typeface="Arial"/>
            </a:endParaRPr>
          </a:p>
          <a:p>
            <a:pPr>
              <a:lnSpc>
                <a:spcPct val="100000"/>
              </a:lnSpc>
              <a:tabLst>
                <a:tab algn="l" pos="0"/>
              </a:tabLst>
            </a:pPr>
            <a:r>
              <a:rPr b="0" lang="es-ES" sz="2400" spc="-1" strike="noStrike">
                <a:solidFill>
                  <a:schemeClr val="dk1"/>
                </a:solidFill>
                <a:latin typeface="Calibri"/>
                <a:ea typeface="Calibri"/>
              </a:rPr>
              <a:t>abierto.</a:t>
            </a:r>
            <a:endParaRPr b="0" lang="es-AR" sz="2400" spc="-1" strike="noStrike">
              <a:solidFill>
                <a:srgbClr val="000000"/>
              </a:solidFill>
              <a:latin typeface="Arial"/>
            </a:endParaRPr>
          </a:p>
        </p:txBody>
      </p:sp>
      <p:pic>
        <p:nvPicPr>
          <p:cNvPr id="553" name="Google Shape;427;p7" descr=""/>
          <p:cNvPicPr/>
          <p:nvPr/>
        </p:nvPicPr>
        <p:blipFill>
          <a:blip r:embed="rId1"/>
          <a:stretch/>
        </p:blipFill>
        <p:spPr>
          <a:xfrm>
            <a:off x="936000" y="2349000"/>
            <a:ext cx="4080960" cy="3168000"/>
          </a:xfrm>
          <a:prstGeom prst="rect">
            <a:avLst/>
          </a:prstGeom>
          <a:ln w="0">
            <a:noFill/>
          </a:ln>
        </p:spPr>
      </p:pic>
      <p:grpSp>
        <p:nvGrpSpPr>
          <p:cNvPr id="554" name="Google Shape;428;p7"/>
          <p:cNvGrpSpPr/>
          <p:nvPr/>
        </p:nvGrpSpPr>
        <p:grpSpPr>
          <a:xfrm>
            <a:off x="2204280" y="1737360"/>
            <a:ext cx="6624360" cy="3456000"/>
            <a:chOff x="2204280" y="1737360"/>
            <a:chExt cx="6624360" cy="3456000"/>
          </a:xfrm>
        </p:grpSpPr>
        <p:sp>
          <p:nvSpPr>
            <p:cNvPr id="555" name="Google Shape;429;p7"/>
            <p:cNvSpPr/>
            <p:nvPr/>
          </p:nvSpPr>
          <p:spPr>
            <a:xfrm>
              <a:off x="2204280" y="1737360"/>
              <a:ext cx="6624360" cy="3456000"/>
            </a:xfrm>
            <a:prstGeom prst="roundRect">
              <a:avLst>
                <a:gd name="adj" fmla="val 16667"/>
              </a:avLst>
            </a:prstGeom>
            <a:solidFill>
              <a:srgbClr val="8b8b8b"/>
            </a:solidFill>
            <a:ln w="15875">
              <a:solidFill>
                <a:srgbClr val="3d5459"/>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556" name="Google Shape;430;p7"/>
            <p:cNvSpPr/>
            <p:nvPr/>
          </p:nvSpPr>
          <p:spPr>
            <a:xfrm>
              <a:off x="2954880" y="2714400"/>
              <a:ext cx="4960080" cy="2285640"/>
            </a:xfrm>
            <a:prstGeom prst="rect">
              <a:avLst/>
            </a:prstGeom>
            <a:noFill/>
            <a:ln w="0">
              <a:noFill/>
            </a:ln>
          </p:spPr>
          <p:style>
            <a:lnRef idx="0"/>
            <a:fillRef idx="0"/>
            <a:effectRef idx="0"/>
            <a:fontRef idx="minor"/>
          </p:style>
          <p:txBody>
            <a:bodyPr anchor="t">
              <a:spAutoFit/>
            </a:bodyPr>
            <a:p>
              <a:pPr algn="ctr">
                <a:lnSpc>
                  <a:spcPct val="100000"/>
                </a:lnSpc>
                <a:tabLst>
                  <a:tab algn="l" pos="0"/>
                </a:tabLst>
              </a:pPr>
              <a:r>
                <a:rPr b="1" lang="es-ES" sz="2400" spc="-1" strike="noStrike">
                  <a:solidFill>
                    <a:schemeClr val="dk1"/>
                  </a:solidFill>
                  <a:latin typeface="Calibri"/>
                  <a:ea typeface="Calibri"/>
                </a:rPr>
                <a:t>Cada vez más sistemas son construidos por un producto genérico como base que luego es adaptado a los requerimientos del cliente.</a:t>
              </a:r>
              <a:endParaRPr b="0" lang="es-AR" sz="2400" spc="-1" strike="noStrike">
                <a:solidFill>
                  <a:srgbClr val="000000"/>
                </a:solidFill>
                <a:latin typeface="Arial"/>
              </a:endParaRPr>
            </a:p>
          </p:txBody>
        </p:sp>
      </p:grpSp>
    </p:spTree>
  </p:cSld>
  <p:transition spd="med">
    <p:fade/>
  </p:transition>
  <p:timing>
    <p:tnLst>
      <p:par>
        <p:cTn id="31" dur="indefinite" restart="never" nodeType="tmRoot">
          <p:childTnLst>
            <p:seq>
              <p:cTn id="32" dur="indefinite" nodeType="mainSeq">
                <p:childTnLst>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5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title"/>
          </p:nvPr>
        </p:nvSpPr>
        <p:spPr>
          <a:xfrm>
            <a:off x="626040" y="643320"/>
            <a:ext cx="10815840" cy="1128960"/>
          </a:xfrm>
          <a:prstGeom prst="rect">
            <a:avLst/>
          </a:prstGeom>
          <a:noFill/>
          <a:ln w="0">
            <a:noFill/>
          </a:ln>
        </p:spPr>
        <p:txBody>
          <a:bodyPr anchor="b">
            <a:noAutofit/>
          </a:bodyPr>
          <a:p>
            <a:pPr indent="0">
              <a:lnSpc>
                <a:spcPct val="85000"/>
              </a:lnSpc>
              <a:buNone/>
              <a:tabLst>
                <a:tab algn="l" pos="0"/>
              </a:tabLst>
            </a:pPr>
            <a:r>
              <a:rPr b="1" lang="es-ES" sz="4400" spc="-1" strike="noStrike">
                <a:solidFill>
                  <a:srgbClr val="3f3f3f"/>
                </a:solidFill>
                <a:latin typeface="Calibri"/>
                <a:ea typeface="Calibri"/>
              </a:rPr>
              <a:t>Tipos de producto de software</a:t>
            </a:r>
            <a:br>
              <a:rPr sz="4400"/>
            </a:br>
            <a:r>
              <a:rPr b="1" lang="es-ES" sz="4400" spc="-1" strike="noStrike">
                <a:solidFill>
                  <a:srgbClr val="3f3f3f"/>
                </a:solidFill>
                <a:latin typeface="Calibri"/>
                <a:ea typeface="Calibri"/>
              </a:rPr>
              <a:t>Software libre</a:t>
            </a:r>
            <a:endParaRPr b="0" lang="es-AR" sz="4400" spc="-1" strike="noStrike">
              <a:solidFill>
                <a:srgbClr val="000000"/>
              </a:solidFill>
              <a:latin typeface="Arial"/>
            </a:endParaRPr>
          </a:p>
        </p:txBody>
      </p:sp>
      <p:sp>
        <p:nvSpPr>
          <p:cNvPr id="558" name="PlaceHolder 2"/>
          <p:cNvSpPr>
            <a:spLocks noGrp="1"/>
          </p:cNvSpPr>
          <p:nvPr>
            <p:ph type="sldNum" idx="47"/>
          </p:nvPr>
        </p:nvSpPr>
        <p:spPr>
          <a:xfrm>
            <a:off x="9286560" y="2852640"/>
            <a:ext cx="2937600" cy="104832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9685002-F524-44E9-A6DA-A9985BF5519A}"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559" name="Google Shape;437;p48"/>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560" name="Google Shape;438;p48"/>
          <p:cNvSpPr/>
          <p:nvPr/>
        </p:nvSpPr>
        <p:spPr>
          <a:xfrm>
            <a:off x="626040" y="2022480"/>
            <a:ext cx="9584280" cy="4480200"/>
          </a:xfrm>
          <a:prstGeom prst="rect">
            <a:avLst/>
          </a:prstGeom>
          <a:noFill/>
          <a:ln w="0">
            <a:noFill/>
          </a:ln>
        </p:spPr>
        <p:style>
          <a:lnRef idx="0"/>
          <a:fillRef idx="0"/>
          <a:effectRef idx="0"/>
          <a:fontRef idx="minor"/>
        </p:style>
        <p:txBody>
          <a:bodyPr anchor="t">
            <a:spAutoFit/>
          </a:bodyPr>
          <a:p>
            <a:pPr algn="just">
              <a:lnSpc>
                <a:spcPct val="100000"/>
              </a:lnSpc>
              <a:tabLst>
                <a:tab algn="l" pos="0"/>
              </a:tabLst>
            </a:pPr>
            <a:r>
              <a:rPr b="0" lang="es-ES" sz="2400" spc="-1" strike="noStrike">
                <a:solidFill>
                  <a:schemeClr val="dk1"/>
                </a:solidFill>
                <a:latin typeface="Calibri"/>
                <a:ea typeface="Calibri"/>
              </a:rPr>
              <a:t>El</a:t>
            </a:r>
            <a:r>
              <a:rPr b="0" lang="es-ES" sz="2400" spc="-1" strike="noStrike">
                <a:solidFill>
                  <a:srgbClr val="000000"/>
                </a:solidFill>
                <a:latin typeface="Calibri"/>
                <a:ea typeface="Calibri"/>
              </a:rPr>
              <a:t> término software libre (o programas libres) se refiere a libertad, tal como fue concebido por Richard Stallman en su definición. </a:t>
            </a:r>
            <a:endParaRPr b="0" lang="es-AR" sz="2400" spc="-1" strike="noStrike">
              <a:solidFill>
                <a:srgbClr val="000000"/>
              </a:solidFill>
              <a:latin typeface="Arial"/>
            </a:endParaRPr>
          </a:p>
          <a:p>
            <a:pPr algn="just">
              <a:lnSpc>
                <a:spcPct val="100000"/>
              </a:lnSpc>
              <a:tabLst>
                <a:tab algn="l" pos="0"/>
              </a:tabLst>
            </a:pPr>
            <a:r>
              <a:rPr b="0" lang="es-ES" sz="2400" spc="-1" strike="noStrike">
                <a:solidFill>
                  <a:srgbClr val="000000"/>
                </a:solidFill>
                <a:latin typeface="Calibri"/>
                <a:ea typeface="Calibri"/>
              </a:rPr>
              <a:t>En concreto se refiere a cuatro libertades: </a:t>
            </a:r>
            <a:endParaRPr b="0" lang="es-AR" sz="2400" spc="-1" strike="noStrike">
              <a:solidFill>
                <a:srgbClr val="000000"/>
              </a:solidFill>
              <a:latin typeface="Arial"/>
            </a:endParaRPr>
          </a:p>
          <a:p>
            <a:pPr marL="457200" indent="-457200" algn="just">
              <a:lnSpc>
                <a:spcPct val="100000"/>
              </a:lnSpc>
              <a:buClr>
                <a:srgbClr val="000000"/>
              </a:buClr>
              <a:buFont typeface="Arial"/>
              <a:buAutoNum type="arabicPeriod"/>
              <a:tabLst>
                <a:tab algn="l" pos="0"/>
              </a:tabLst>
            </a:pPr>
            <a:r>
              <a:rPr b="0" lang="es-ES" sz="2400" spc="-1" strike="noStrike">
                <a:solidFill>
                  <a:srgbClr val="000000"/>
                </a:solidFill>
                <a:latin typeface="Calibri"/>
                <a:ea typeface="Calibri"/>
              </a:rPr>
              <a:t>Libertad para ejecutar el programa en cualquier sitio, con cualquier propósito y para siempre. </a:t>
            </a:r>
            <a:endParaRPr b="0" lang="es-AR" sz="2400" spc="-1" strike="noStrike">
              <a:solidFill>
                <a:srgbClr val="000000"/>
              </a:solidFill>
              <a:latin typeface="Arial"/>
            </a:endParaRPr>
          </a:p>
          <a:p>
            <a:pPr marL="457200" indent="-457200" algn="just">
              <a:lnSpc>
                <a:spcPct val="100000"/>
              </a:lnSpc>
              <a:buClr>
                <a:srgbClr val="000000"/>
              </a:buClr>
              <a:buFont typeface="Arial"/>
              <a:buAutoNum type="arabicPeriod"/>
              <a:tabLst>
                <a:tab algn="l" pos="0"/>
              </a:tabLst>
            </a:pPr>
            <a:r>
              <a:rPr b="0" lang="es-ES" sz="2400" spc="-1" strike="noStrike">
                <a:solidFill>
                  <a:srgbClr val="000000"/>
                </a:solidFill>
                <a:latin typeface="Calibri"/>
                <a:ea typeface="Calibri"/>
              </a:rPr>
              <a:t>Libertad para estudiarlo y adaptarlo a nuestras necesidades. Esto exige el acceso al código fuente. </a:t>
            </a:r>
            <a:endParaRPr b="0" lang="es-AR" sz="2400" spc="-1" strike="noStrike">
              <a:solidFill>
                <a:srgbClr val="000000"/>
              </a:solidFill>
              <a:latin typeface="Arial"/>
            </a:endParaRPr>
          </a:p>
          <a:p>
            <a:pPr marL="457200" indent="-457200" algn="just">
              <a:lnSpc>
                <a:spcPct val="100000"/>
              </a:lnSpc>
              <a:buClr>
                <a:srgbClr val="000000"/>
              </a:buClr>
              <a:buFont typeface="Arial"/>
              <a:buAutoNum type="arabicPeriod"/>
              <a:tabLst>
                <a:tab algn="l" pos="0"/>
              </a:tabLst>
            </a:pPr>
            <a:r>
              <a:rPr b="0" lang="es-ES" sz="2400" spc="-1" strike="noStrike">
                <a:solidFill>
                  <a:srgbClr val="000000"/>
                </a:solidFill>
                <a:latin typeface="Calibri"/>
                <a:ea typeface="Calibri"/>
              </a:rPr>
              <a:t>Libertad de redistribución, de modo que se nos permita colaborar con vecinos y amigos. </a:t>
            </a:r>
            <a:endParaRPr b="0" lang="es-AR" sz="2400" spc="-1" strike="noStrike">
              <a:solidFill>
                <a:srgbClr val="000000"/>
              </a:solidFill>
              <a:latin typeface="Arial"/>
            </a:endParaRPr>
          </a:p>
          <a:p>
            <a:pPr marL="457200" indent="-457200" algn="just">
              <a:lnSpc>
                <a:spcPct val="100000"/>
              </a:lnSpc>
              <a:buClr>
                <a:srgbClr val="000000"/>
              </a:buClr>
              <a:buFont typeface="Arial"/>
              <a:buAutoNum type="arabicPeriod"/>
              <a:tabLst>
                <a:tab algn="l" pos="0"/>
              </a:tabLst>
            </a:pPr>
            <a:r>
              <a:rPr b="0" lang="es-ES" sz="2400" spc="-1" strike="noStrike">
                <a:solidFill>
                  <a:srgbClr val="000000"/>
                </a:solidFill>
                <a:latin typeface="Calibri"/>
                <a:ea typeface="Calibri"/>
              </a:rPr>
              <a:t>Libertad para mejorar el programa y publicar las mejoras. También exige el código fuente.</a:t>
            </a:r>
            <a:endParaRPr b="0" lang="es-AR" sz="2400" spc="-1" strike="noStrike">
              <a:solidFill>
                <a:srgbClr val="000000"/>
              </a:solidFill>
              <a:latin typeface="Arial"/>
            </a:endParaRPr>
          </a:p>
        </p:txBody>
      </p:sp>
      <p:pic>
        <p:nvPicPr>
          <p:cNvPr id="561" name="Google Shape;439;p48" descr=""/>
          <p:cNvPicPr/>
          <p:nvPr/>
        </p:nvPicPr>
        <p:blipFill>
          <a:blip r:embed="rId1"/>
          <a:stretch/>
        </p:blipFill>
        <p:spPr>
          <a:xfrm>
            <a:off x="8397000" y="223200"/>
            <a:ext cx="3676680" cy="2629080"/>
          </a:xfrm>
          <a:prstGeom prst="rect">
            <a:avLst/>
          </a:prstGeom>
          <a:ln w="0">
            <a:noFill/>
          </a:ln>
        </p:spPr>
      </p:pic>
      <p:sp>
        <p:nvSpPr>
          <p:cNvPr id="562" name="Google Shape;440;p48"/>
          <p:cNvSpPr/>
          <p:nvPr/>
        </p:nvSpPr>
        <p:spPr>
          <a:xfrm>
            <a:off x="5579280" y="6490800"/>
            <a:ext cx="6122160" cy="2736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200" spc="-1" strike="noStrike">
                <a:solidFill>
                  <a:srgbClr val="bfbfbf"/>
                </a:solidFill>
                <a:latin typeface="Calibri"/>
                <a:ea typeface="Calibri"/>
              </a:rPr>
              <a:t>Software libre para una sociedad libre.  Richard M. Stallman </a:t>
            </a:r>
            <a:endParaRPr b="0" lang="es-AR" sz="1200" spc="-1" strike="noStrike">
              <a:solidFill>
                <a:srgbClr val="000000"/>
              </a:solidFill>
              <a:latin typeface="Arial"/>
            </a:endParaRPr>
          </a:p>
        </p:txBody>
      </p:sp>
    </p:spTree>
  </p:cSld>
  <p:transition spd="med">
    <p:fade/>
  </p:transition>
  <p:timing>
    <p:tnLst>
      <p:par>
        <p:cTn id="37" dur="indefinite" restart="never" nodeType="tmRoot">
          <p:childTnLst>
            <p:seq>
              <p:cTn id="38" dur="indefinite" nodeType="mainSeq">
                <p:childTnLst>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5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title"/>
          </p:nvPr>
        </p:nvSpPr>
        <p:spPr>
          <a:xfrm>
            <a:off x="1101600" y="286560"/>
            <a:ext cx="10098720" cy="1080000"/>
          </a:xfrm>
          <a:prstGeom prst="rect">
            <a:avLst/>
          </a:prstGeom>
          <a:noFill/>
          <a:ln w="0">
            <a:noFill/>
          </a:ln>
        </p:spPr>
        <p:txBody>
          <a:bodyPr anchor="b">
            <a:noAutofit/>
          </a:bodyPr>
          <a:p>
            <a:pPr indent="0">
              <a:lnSpc>
                <a:spcPct val="85000"/>
              </a:lnSpc>
              <a:buNone/>
              <a:tabLst>
                <a:tab algn="l" pos="0"/>
              </a:tabLst>
            </a:pPr>
            <a:r>
              <a:rPr b="1" lang="es-ES" sz="4400" spc="-1" strike="noStrike">
                <a:solidFill>
                  <a:srgbClr val="3f3f3f"/>
                </a:solidFill>
                <a:latin typeface="Calibri"/>
                <a:ea typeface="Calibri"/>
              </a:rPr>
              <a:t>Clasificación del Software</a:t>
            </a:r>
            <a:endParaRPr b="0" lang="es-AR" sz="4400" spc="-1" strike="noStrike">
              <a:solidFill>
                <a:srgbClr val="000000"/>
              </a:solidFill>
              <a:latin typeface="Arial"/>
            </a:endParaRPr>
          </a:p>
        </p:txBody>
      </p:sp>
      <p:sp>
        <p:nvSpPr>
          <p:cNvPr id="564" name="PlaceHolder 2"/>
          <p:cNvSpPr>
            <a:spLocks noGrp="1"/>
          </p:cNvSpPr>
          <p:nvPr>
            <p:ph type="sldNum" idx="48"/>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AC57523-3C7C-4441-B1C0-27A06032787B}"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grpSp>
        <p:nvGrpSpPr>
          <p:cNvPr id="565" name="Google Shape;447;p8"/>
          <p:cNvGrpSpPr/>
          <p:nvPr/>
        </p:nvGrpSpPr>
        <p:grpSpPr>
          <a:xfrm>
            <a:off x="2613600" y="1800000"/>
            <a:ext cx="5110560" cy="657360"/>
            <a:chOff x="2613600" y="1800000"/>
            <a:chExt cx="5110560" cy="657360"/>
          </a:xfrm>
        </p:grpSpPr>
        <p:sp>
          <p:nvSpPr>
            <p:cNvPr id="566" name="Google Shape;448;p8"/>
            <p:cNvSpPr/>
            <p:nvPr/>
          </p:nvSpPr>
          <p:spPr>
            <a:xfrm>
              <a:off x="3016800" y="1800000"/>
              <a:ext cx="4707360" cy="475200"/>
            </a:xfrm>
            <a:custGeom>
              <a:avLst/>
              <a:gdLst>
                <a:gd name="textAreaLeft" fmla="*/ 0 w 4707360"/>
                <a:gd name="textAreaRight" fmla="*/ 4707720 w 4707360"/>
                <a:gd name="textAreaTop" fmla="*/ 0 h 475200"/>
                <a:gd name="textAreaBottom" fmla="*/ 475560 h 475200"/>
              </a:gdLst>
              <a:ahLst/>
              <a:rect l="textAreaLeft" t="textAreaTop" r="textAreaRight" b="textAreaBottom"/>
              <a:pathLst>
                <a:path w="5506811" h="396204">
                  <a:moveTo>
                    <a:pt x="5506811" y="396203"/>
                  </a:moveTo>
                  <a:lnTo>
                    <a:pt x="198102" y="396203"/>
                  </a:lnTo>
                  <a:lnTo>
                    <a:pt x="0" y="198102"/>
                  </a:lnTo>
                  <a:lnTo>
                    <a:pt x="198102" y="1"/>
                  </a:lnTo>
                  <a:lnTo>
                    <a:pt x="5506811" y="1"/>
                  </a:lnTo>
                  <a:lnTo>
                    <a:pt x="5506811" y="396203"/>
                  </a:lnTo>
                  <a:close/>
                </a:path>
              </a:pathLst>
            </a:custGeom>
            <a:solidFill>
              <a:srgbClr val="c4121a"/>
            </a:solidFill>
            <a:ln w="0">
              <a:noFill/>
            </a:ln>
          </p:spPr>
          <p:style>
            <a:lnRef idx="0"/>
            <a:fillRef idx="0"/>
            <a:effectRef idx="0"/>
            <a:fontRef idx="minor"/>
          </p:style>
          <p:txBody>
            <a:bodyPr lIns="273600" rIns="128160" tIns="68400" bIns="68400" anchor="ctr">
              <a:noAutofit/>
            </a:bodyPr>
            <a:p>
              <a:pPr algn="ctr">
                <a:lnSpc>
                  <a:spcPct val="90000"/>
                </a:lnSpc>
                <a:tabLst>
                  <a:tab algn="l" pos="0"/>
                </a:tabLst>
              </a:pPr>
              <a:r>
                <a:rPr b="1" i="1" lang="es-ES" sz="2000" spc="-1" strike="noStrike">
                  <a:solidFill>
                    <a:schemeClr val="dk1"/>
                  </a:solidFill>
                  <a:latin typeface="Calibri"/>
                  <a:ea typeface="Calibri"/>
                </a:rPr>
                <a:t>De sistemas </a:t>
              </a:r>
              <a:endParaRPr b="0" lang="es-AR" sz="2000" spc="-1" strike="noStrike">
                <a:solidFill>
                  <a:srgbClr val="000000"/>
                </a:solidFill>
                <a:latin typeface="Arial"/>
              </a:endParaRPr>
            </a:p>
          </p:txBody>
        </p:sp>
        <p:grpSp>
          <p:nvGrpSpPr>
            <p:cNvPr id="567" name="Google Shape;449;p8"/>
            <p:cNvGrpSpPr/>
            <p:nvPr/>
          </p:nvGrpSpPr>
          <p:grpSpPr>
            <a:xfrm>
              <a:off x="2613600" y="1800000"/>
              <a:ext cx="668880" cy="657360"/>
              <a:chOff x="2613600" y="1800000"/>
              <a:chExt cx="668880" cy="657360"/>
            </a:xfrm>
          </p:grpSpPr>
          <p:sp>
            <p:nvSpPr>
              <p:cNvPr id="568" name="Google Shape;450;p8"/>
              <p:cNvSpPr/>
              <p:nvPr/>
            </p:nvSpPr>
            <p:spPr>
              <a:xfrm flipH="1">
                <a:off x="2613600" y="1800000"/>
                <a:ext cx="668880" cy="657360"/>
              </a:xfrm>
              <a:prstGeom prst="ellipse">
                <a:avLst/>
              </a:prstGeom>
              <a:solidFill>
                <a:srgbClr val="8b8b8b"/>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569" name="Google Shape;451;p8"/>
              <p:cNvSpPr/>
              <p:nvPr/>
            </p:nvSpPr>
            <p:spPr>
              <a:xfrm>
                <a:off x="2795400" y="1867320"/>
                <a:ext cx="328320" cy="517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rgbClr val="576063"/>
                    </a:solidFill>
                    <a:latin typeface="Calibri"/>
                    <a:ea typeface="Calibri"/>
                  </a:rPr>
                  <a:t>ⱱ</a:t>
                </a:r>
                <a:endParaRPr b="0" lang="es-AR" sz="2800" spc="-1" strike="noStrike">
                  <a:solidFill>
                    <a:srgbClr val="000000"/>
                  </a:solidFill>
                  <a:latin typeface="Arial"/>
                </a:endParaRPr>
              </a:p>
            </p:txBody>
          </p:sp>
        </p:grpSp>
      </p:grpSp>
      <p:grpSp>
        <p:nvGrpSpPr>
          <p:cNvPr id="570" name="Google Shape;452;p8"/>
          <p:cNvGrpSpPr/>
          <p:nvPr/>
        </p:nvGrpSpPr>
        <p:grpSpPr>
          <a:xfrm>
            <a:off x="2779560" y="2417760"/>
            <a:ext cx="5221080" cy="657360"/>
            <a:chOff x="2779560" y="2417760"/>
            <a:chExt cx="5221080" cy="657360"/>
          </a:xfrm>
        </p:grpSpPr>
        <p:sp>
          <p:nvSpPr>
            <p:cNvPr id="571" name="Google Shape;453;p8"/>
            <p:cNvSpPr/>
            <p:nvPr/>
          </p:nvSpPr>
          <p:spPr>
            <a:xfrm>
              <a:off x="3152880" y="2503440"/>
              <a:ext cx="4847760" cy="458280"/>
            </a:xfrm>
            <a:custGeom>
              <a:avLst/>
              <a:gdLst>
                <a:gd name="textAreaLeft" fmla="*/ 0 w 4847760"/>
                <a:gd name="textAreaRight" fmla="*/ 4848120 w 4847760"/>
                <a:gd name="textAreaTop" fmla="*/ 0 h 458280"/>
                <a:gd name="textAreaBottom" fmla="*/ 458640 h 458280"/>
              </a:gdLst>
              <a:ahLst/>
              <a:rect l="textAreaLeft" t="textAreaTop" r="textAreaRight" b="textAreaBottom"/>
              <a:pathLst>
                <a:path w="5506811" h="396204">
                  <a:moveTo>
                    <a:pt x="5506811" y="396203"/>
                  </a:moveTo>
                  <a:lnTo>
                    <a:pt x="198102" y="396203"/>
                  </a:lnTo>
                  <a:lnTo>
                    <a:pt x="0" y="198102"/>
                  </a:lnTo>
                  <a:lnTo>
                    <a:pt x="198102" y="1"/>
                  </a:lnTo>
                  <a:lnTo>
                    <a:pt x="5506811" y="1"/>
                  </a:lnTo>
                  <a:lnTo>
                    <a:pt x="5506811" y="396203"/>
                  </a:lnTo>
                  <a:close/>
                </a:path>
              </a:pathLst>
            </a:custGeom>
            <a:solidFill>
              <a:srgbClr val="c4121a"/>
            </a:solidFill>
            <a:ln w="0">
              <a:noFill/>
            </a:ln>
          </p:spPr>
          <p:style>
            <a:lnRef idx="0"/>
            <a:fillRef idx="0"/>
            <a:effectRef idx="0"/>
            <a:fontRef idx="minor"/>
          </p:style>
          <p:txBody>
            <a:bodyPr lIns="273600" rIns="128160" tIns="68400" bIns="68400" anchor="ctr">
              <a:noAutofit/>
            </a:bodyPr>
            <a:p>
              <a:pPr algn="ctr">
                <a:lnSpc>
                  <a:spcPct val="90000"/>
                </a:lnSpc>
                <a:tabLst>
                  <a:tab algn="l" pos="0"/>
                </a:tabLst>
              </a:pPr>
              <a:r>
                <a:rPr b="1" i="1" lang="es-ES" sz="2000" spc="-1" strike="noStrike">
                  <a:solidFill>
                    <a:schemeClr val="dk1"/>
                  </a:solidFill>
                  <a:latin typeface="Calibri"/>
                  <a:ea typeface="Calibri"/>
                </a:rPr>
                <a:t>De aplicación </a:t>
              </a:r>
              <a:endParaRPr b="0" lang="es-AR" sz="2000" spc="-1" strike="noStrike">
                <a:solidFill>
                  <a:srgbClr val="000000"/>
                </a:solidFill>
                <a:latin typeface="Arial"/>
              </a:endParaRPr>
            </a:p>
          </p:txBody>
        </p:sp>
        <p:grpSp>
          <p:nvGrpSpPr>
            <p:cNvPr id="572" name="Google Shape;454;p8"/>
            <p:cNvGrpSpPr/>
            <p:nvPr/>
          </p:nvGrpSpPr>
          <p:grpSpPr>
            <a:xfrm>
              <a:off x="2779560" y="2417760"/>
              <a:ext cx="819720" cy="657360"/>
              <a:chOff x="2779560" y="2417760"/>
              <a:chExt cx="819720" cy="657360"/>
            </a:xfrm>
          </p:grpSpPr>
          <p:sp>
            <p:nvSpPr>
              <p:cNvPr id="573" name="Google Shape;455;p8"/>
              <p:cNvSpPr/>
              <p:nvPr/>
            </p:nvSpPr>
            <p:spPr>
              <a:xfrm flipH="1">
                <a:off x="2779200" y="2417760"/>
                <a:ext cx="819720" cy="657360"/>
              </a:xfrm>
              <a:prstGeom prst="ellipse">
                <a:avLst/>
              </a:prstGeom>
              <a:solidFill>
                <a:srgbClr val="8b8b8b"/>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574" name="Google Shape;456;p8"/>
              <p:cNvSpPr/>
              <p:nvPr/>
            </p:nvSpPr>
            <p:spPr>
              <a:xfrm flipH="1">
                <a:off x="2899080" y="2485080"/>
                <a:ext cx="579960" cy="517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rgbClr val="576063"/>
                    </a:solidFill>
                    <a:latin typeface="Calibri"/>
                    <a:ea typeface="Calibri"/>
                  </a:rPr>
                  <a:t>ⱱ</a:t>
                </a:r>
                <a:endParaRPr b="0" lang="es-AR" sz="2800" spc="-1" strike="noStrike">
                  <a:solidFill>
                    <a:srgbClr val="000000"/>
                  </a:solidFill>
                  <a:latin typeface="Arial"/>
                </a:endParaRPr>
              </a:p>
            </p:txBody>
          </p:sp>
        </p:grpSp>
      </p:grpSp>
      <p:grpSp>
        <p:nvGrpSpPr>
          <p:cNvPr id="575" name="Google Shape;457;p8"/>
          <p:cNvGrpSpPr/>
          <p:nvPr/>
        </p:nvGrpSpPr>
        <p:grpSpPr>
          <a:xfrm>
            <a:off x="3425040" y="4235400"/>
            <a:ext cx="6021720" cy="615960"/>
            <a:chOff x="3425040" y="4235400"/>
            <a:chExt cx="6021720" cy="615960"/>
          </a:xfrm>
        </p:grpSpPr>
        <p:sp>
          <p:nvSpPr>
            <p:cNvPr id="576" name="Google Shape;458;p8"/>
            <p:cNvSpPr/>
            <p:nvPr/>
          </p:nvSpPr>
          <p:spPr>
            <a:xfrm>
              <a:off x="3690720" y="4235400"/>
              <a:ext cx="5756040" cy="484200"/>
            </a:xfrm>
            <a:custGeom>
              <a:avLst/>
              <a:gdLst>
                <a:gd name="textAreaLeft" fmla="*/ 0 w 5756040"/>
                <a:gd name="textAreaRight" fmla="*/ 5756400 w 5756040"/>
                <a:gd name="textAreaTop" fmla="*/ 0 h 484200"/>
                <a:gd name="textAreaBottom" fmla="*/ 484560 h 484200"/>
              </a:gdLst>
              <a:ahLst/>
              <a:rect l="textAreaLeft" t="textAreaTop" r="textAreaRight" b="textAreaBottom"/>
              <a:pathLst>
                <a:path w="5506811" h="396204">
                  <a:moveTo>
                    <a:pt x="5506811" y="396203"/>
                  </a:moveTo>
                  <a:lnTo>
                    <a:pt x="198102" y="396203"/>
                  </a:lnTo>
                  <a:lnTo>
                    <a:pt x="0" y="198102"/>
                  </a:lnTo>
                  <a:lnTo>
                    <a:pt x="198102" y="1"/>
                  </a:lnTo>
                  <a:lnTo>
                    <a:pt x="5506811" y="1"/>
                  </a:lnTo>
                  <a:lnTo>
                    <a:pt x="5506811" y="396203"/>
                  </a:lnTo>
                  <a:close/>
                </a:path>
              </a:pathLst>
            </a:custGeom>
            <a:solidFill>
              <a:srgbClr val="c4121a"/>
            </a:solidFill>
            <a:ln w="0">
              <a:noFill/>
            </a:ln>
          </p:spPr>
          <p:style>
            <a:lnRef idx="0"/>
            <a:fillRef idx="0"/>
            <a:effectRef idx="0"/>
            <a:fontRef idx="minor"/>
          </p:style>
          <p:txBody>
            <a:bodyPr lIns="273600" rIns="128160" tIns="68400" bIns="68400" anchor="ctr">
              <a:noAutofit/>
            </a:bodyPr>
            <a:p>
              <a:pPr algn="ctr">
                <a:lnSpc>
                  <a:spcPct val="90000"/>
                </a:lnSpc>
                <a:tabLst>
                  <a:tab algn="l" pos="0"/>
                </a:tabLst>
              </a:pPr>
              <a:r>
                <a:rPr b="1" i="1" lang="es-ES" sz="2000" spc="-1" strike="noStrike">
                  <a:solidFill>
                    <a:schemeClr val="dk1"/>
                  </a:solidFill>
                  <a:latin typeface="Calibri"/>
                  <a:ea typeface="Calibri"/>
                </a:rPr>
                <a:t>De línea de productos </a:t>
              </a:r>
              <a:endParaRPr b="0" lang="es-AR" sz="2000" spc="-1" strike="noStrike">
                <a:solidFill>
                  <a:srgbClr val="000000"/>
                </a:solidFill>
                <a:latin typeface="Arial"/>
              </a:endParaRPr>
            </a:p>
          </p:txBody>
        </p:sp>
        <p:grpSp>
          <p:nvGrpSpPr>
            <p:cNvPr id="577" name="Google Shape;459;p8"/>
            <p:cNvGrpSpPr/>
            <p:nvPr/>
          </p:nvGrpSpPr>
          <p:grpSpPr>
            <a:xfrm>
              <a:off x="3425040" y="4284720"/>
              <a:ext cx="819720" cy="566640"/>
              <a:chOff x="3425040" y="4284720"/>
              <a:chExt cx="819720" cy="566640"/>
            </a:xfrm>
          </p:grpSpPr>
          <p:sp>
            <p:nvSpPr>
              <p:cNvPr id="578" name="Google Shape;460;p8"/>
              <p:cNvSpPr/>
              <p:nvPr/>
            </p:nvSpPr>
            <p:spPr>
              <a:xfrm flipH="1">
                <a:off x="3424680" y="4284720"/>
                <a:ext cx="819720" cy="477000"/>
              </a:xfrm>
              <a:prstGeom prst="ellipse">
                <a:avLst/>
              </a:prstGeom>
              <a:solidFill>
                <a:srgbClr val="8b8b8b"/>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579" name="Google Shape;461;p8"/>
              <p:cNvSpPr/>
              <p:nvPr/>
            </p:nvSpPr>
            <p:spPr>
              <a:xfrm flipH="1">
                <a:off x="3544560" y="4333680"/>
                <a:ext cx="579960" cy="517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rgbClr val="576063"/>
                    </a:solidFill>
                    <a:latin typeface="Calibri"/>
                    <a:ea typeface="Calibri"/>
                  </a:rPr>
                  <a:t>ⱱ</a:t>
                </a:r>
                <a:endParaRPr b="0" lang="es-AR" sz="2800" spc="-1" strike="noStrike">
                  <a:solidFill>
                    <a:srgbClr val="000000"/>
                  </a:solidFill>
                  <a:latin typeface="Arial"/>
                </a:endParaRPr>
              </a:p>
            </p:txBody>
          </p:sp>
        </p:grpSp>
      </p:grpSp>
      <p:grpSp>
        <p:nvGrpSpPr>
          <p:cNvPr id="580" name="Google Shape;462;p8"/>
          <p:cNvGrpSpPr/>
          <p:nvPr/>
        </p:nvGrpSpPr>
        <p:grpSpPr>
          <a:xfrm>
            <a:off x="3189600" y="3609000"/>
            <a:ext cx="6108120" cy="633600"/>
            <a:chOff x="3189600" y="3609000"/>
            <a:chExt cx="6108120" cy="633600"/>
          </a:xfrm>
        </p:grpSpPr>
        <p:sp>
          <p:nvSpPr>
            <p:cNvPr id="581" name="Google Shape;463;p8"/>
            <p:cNvSpPr/>
            <p:nvPr/>
          </p:nvSpPr>
          <p:spPr>
            <a:xfrm>
              <a:off x="3541680" y="3609000"/>
              <a:ext cx="5756040" cy="469440"/>
            </a:xfrm>
            <a:custGeom>
              <a:avLst/>
              <a:gdLst>
                <a:gd name="textAreaLeft" fmla="*/ 0 w 5756040"/>
                <a:gd name="textAreaRight" fmla="*/ 5756400 w 5756040"/>
                <a:gd name="textAreaTop" fmla="*/ 0 h 469440"/>
                <a:gd name="textAreaBottom" fmla="*/ 469800 h 469440"/>
              </a:gdLst>
              <a:ahLst/>
              <a:rect l="textAreaLeft" t="textAreaTop" r="textAreaRight" b="textAreaBottom"/>
              <a:pathLst>
                <a:path w="5506811" h="396204">
                  <a:moveTo>
                    <a:pt x="5506811" y="396203"/>
                  </a:moveTo>
                  <a:lnTo>
                    <a:pt x="198102" y="396203"/>
                  </a:lnTo>
                  <a:lnTo>
                    <a:pt x="0" y="198102"/>
                  </a:lnTo>
                  <a:lnTo>
                    <a:pt x="198102" y="1"/>
                  </a:lnTo>
                  <a:lnTo>
                    <a:pt x="5506811" y="1"/>
                  </a:lnTo>
                  <a:lnTo>
                    <a:pt x="5506811" y="396203"/>
                  </a:lnTo>
                  <a:close/>
                </a:path>
              </a:pathLst>
            </a:custGeom>
            <a:solidFill>
              <a:srgbClr val="c4121a"/>
            </a:solidFill>
            <a:ln w="0">
              <a:noFill/>
            </a:ln>
          </p:spPr>
          <p:style>
            <a:lnRef idx="0"/>
            <a:fillRef idx="0"/>
            <a:effectRef idx="0"/>
            <a:fontRef idx="minor"/>
          </p:style>
          <p:txBody>
            <a:bodyPr lIns="273600" rIns="128160" tIns="68400" bIns="68400" anchor="ctr">
              <a:noAutofit/>
            </a:bodyPr>
            <a:p>
              <a:pPr algn="ctr">
                <a:lnSpc>
                  <a:spcPct val="90000"/>
                </a:lnSpc>
                <a:tabLst>
                  <a:tab algn="l" pos="0"/>
                </a:tabLst>
              </a:pPr>
              <a:r>
                <a:rPr b="1" i="1" lang="es-ES" sz="2000" spc="-1" strike="noStrike">
                  <a:solidFill>
                    <a:schemeClr val="dk1"/>
                  </a:solidFill>
                  <a:latin typeface="Calibri"/>
                  <a:ea typeface="Calibri"/>
                </a:rPr>
                <a:t>Integrado </a:t>
              </a:r>
              <a:endParaRPr b="0" lang="es-AR" sz="2000" spc="-1" strike="noStrike">
                <a:solidFill>
                  <a:srgbClr val="000000"/>
                </a:solidFill>
                <a:latin typeface="Arial"/>
              </a:endParaRPr>
            </a:p>
          </p:txBody>
        </p:sp>
        <p:grpSp>
          <p:nvGrpSpPr>
            <p:cNvPr id="582" name="Google Shape;464;p8"/>
            <p:cNvGrpSpPr/>
            <p:nvPr/>
          </p:nvGrpSpPr>
          <p:grpSpPr>
            <a:xfrm>
              <a:off x="3189600" y="3677400"/>
              <a:ext cx="819720" cy="565200"/>
              <a:chOff x="3189600" y="3677400"/>
              <a:chExt cx="819720" cy="565200"/>
            </a:xfrm>
          </p:grpSpPr>
          <p:sp>
            <p:nvSpPr>
              <p:cNvPr id="583" name="Google Shape;465;p8"/>
              <p:cNvSpPr/>
              <p:nvPr/>
            </p:nvSpPr>
            <p:spPr>
              <a:xfrm flipH="1">
                <a:off x="3189240" y="3677400"/>
                <a:ext cx="819720" cy="462600"/>
              </a:xfrm>
              <a:prstGeom prst="ellipse">
                <a:avLst/>
              </a:prstGeom>
              <a:solidFill>
                <a:srgbClr val="8b8b8b"/>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584" name="Google Shape;466;p8"/>
              <p:cNvSpPr/>
              <p:nvPr/>
            </p:nvSpPr>
            <p:spPr>
              <a:xfrm flipH="1">
                <a:off x="3309120" y="3724920"/>
                <a:ext cx="579960" cy="517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rgbClr val="576063"/>
                    </a:solidFill>
                    <a:latin typeface="Calibri"/>
                    <a:ea typeface="Calibri"/>
                  </a:rPr>
                  <a:t>ⱱ</a:t>
                </a:r>
                <a:endParaRPr b="0" lang="es-AR" sz="2800" spc="-1" strike="noStrike">
                  <a:solidFill>
                    <a:srgbClr val="000000"/>
                  </a:solidFill>
                  <a:latin typeface="Arial"/>
                </a:endParaRPr>
              </a:p>
            </p:txBody>
          </p:sp>
        </p:grpSp>
      </p:grpSp>
      <p:grpSp>
        <p:nvGrpSpPr>
          <p:cNvPr id="585" name="Google Shape;467;p8"/>
          <p:cNvGrpSpPr/>
          <p:nvPr/>
        </p:nvGrpSpPr>
        <p:grpSpPr>
          <a:xfrm>
            <a:off x="3075840" y="3006360"/>
            <a:ext cx="5302440" cy="563400"/>
            <a:chOff x="3075840" y="3006360"/>
            <a:chExt cx="5302440" cy="563400"/>
          </a:xfrm>
        </p:grpSpPr>
        <p:sp>
          <p:nvSpPr>
            <p:cNvPr id="586" name="Google Shape;468;p8"/>
            <p:cNvSpPr/>
            <p:nvPr/>
          </p:nvSpPr>
          <p:spPr>
            <a:xfrm>
              <a:off x="3469680" y="3069360"/>
              <a:ext cx="4908600" cy="454320"/>
            </a:xfrm>
            <a:custGeom>
              <a:avLst/>
              <a:gdLst>
                <a:gd name="textAreaLeft" fmla="*/ 0 w 4908600"/>
                <a:gd name="textAreaRight" fmla="*/ 4908960 w 4908600"/>
                <a:gd name="textAreaTop" fmla="*/ 0 h 454320"/>
                <a:gd name="textAreaBottom" fmla="*/ 454680 h 454320"/>
              </a:gdLst>
              <a:ahLst/>
              <a:rect l="textAreaLeft" t="textAreaTop" r="textAreaRight" b="textAreaBottom"/>
              <a:pathLst>
                <a:path w="5506811" h="396204">
                  <a:moveTo>
                    <a:pt x="5506811" y="396203"/>
                  </a:moveTo>
                  <a:lnTo>
                    <a:pt x="198102" y="396203"/>
                  </a:lnTo>
                  <a:lnTo>
                    <a:pt x="0" y="198102"/>
                  </a:lnTo>
                  <a:lnTo>
                    <a:pt x="198102" y="1"/>
                  </a:lnTo>
                  <a:lnTo>
                    <a:pt x="5506811" y="1"/>
                  </a:lnTo>
                  <a:lnTo>
                    <a:pt x="5506811" y="396203"/>
                  </a:lnTo>
                  <a:close/>
                </a:path>
              </a:pathLst>
            </a:custGeom>
            <a:solidFill>
              <a:srgbClr val="c4121a"/>
            </a:solidFill>
            <a:ln w="0">
              <a:noFill/>
            </a:ln>
          </p:spPr>
          <p:style>
            <a:lnRef idx="0"/>
            <a:fillRef idx="0"/>
            <a:effectRef idx="0"/>
            <a:fontRef idx="minor"/>
          </p:style>
          <p:txBody>
            <a:bodyPr lIns="273600" rIns="128160" tIns="68400" bIns="68400" anchor="ctr">
              <a:noAutofit/>
            </a:bodyPr>
            <a:p>
              <a:pPr algn="ctr">
                <a:lnSpc>
                  <a:spcPct val="90000"/>
                </a:lnSpc>
                <a:tabLst>
                  <a:tab algn="l" pos="0"/>
                </a:tabLst>
              </a:pPr>
              <a:r>
                <a:rPr b="1" i="1" lang="es-ES" sz="2000" spc="-1" strike="noStrike">
                  <a:solidFill>
                    <a:schemeClr val="dk1"/>
                  </a:solidFill>
                  <a:latin typeface="Calibri"/>
                  <a:ea typeface="Calibri"/>
                </a:rPr>
                <a:t>Científico  y de ingeniería </a:t>
              </a:r>
              <a:endParaRPr b="0" lang="es-AR" sz="2000" spc="-1" strike="noStrike">
                <a:solidFill>
                  <a:srgbClr val="000000"/>
                </a:solidFill>
                <a:latin typeface="Arial"/>
              </a:endParaRPr>
            </a:p>
          </p:txBody>
        </p:sp>
        <p:grpSp>
          <p:nvGrpSpPr>
            <p:cNvPr id="587" name="Google Shape;469;p8"/>
            <p:cNvGrpSpPr/>
            <p:nvPr/>
          </p:nvGrpSpPr>
          <p:grpSpPr>
            <a:xfrm>
              <a:off x="3075840" y="3006360"/>
              <a:ext cx="699120" cy="563400"/>
              <a:chOff x="3075840" y="3006360"/>
              <a:chExt cx="699120" cy="563400"/>
            </a:xfrm>
          </p:grpSpPr>
          <p:sp>
            <p:nvSpPr>
              <p:cNvPr id="588" name="Google Shape;470;p8"/>
              <p:cNvSpPr/>
              <p:nvPr/>
            </p:nvSpPr>
            <p:spPr>
              <a:xfrm flipH="1">
                <a:off x="3075840" y="3006360"/>
                <a:ext cx="699120" cy="447480"/>
              </a:xfrm>
              <a:prstGeom prst="ellipse">
                <a:avLst/>
              </a:prstGeom>
              <a:solidFill>
                <a:srgbClr val="8b8b8b"/>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589" name="Google Shape;471;p8"/>
              <p:cNvSpPr/>
              <p:nvPr/>
            </p:nvSpPr>
            <p:spPr>
              <a:xfrm flipH="1">
                <a:off x="3178080" y="3052080"/>
                <a:ext cx="494640" cy="517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rgbClr val="576063"/>
                    </a:solidFill>
                    <a:latin typeface="Calibri"/>
                    <a:ea typeface="Calibri"/>
                  </a:rPr>
                  <a:t>ⱱ</a:t>
                </a:r>
                <a:endParaRPr b="0" lang="es-AR" sz="2800" spc="-1" strike="noStrike">
                  <a:solidFill>
                    <a:srgbClr val="000000"/>
                  </a:solidFill>
                  <a:latin typeface="Arial"/>
                </a:endParaRPr>
              </a:p>
            </p:txBody>
          </p:sp>
        </p:grpSp>
      </p:grpSp>
      <p:grpSp>
        <p:nvGrpSpPr>
          <p:cNvPr id="590" name="Google Shape;472;p8"/>
          <p:cNvGrpSpPr/>
          <p:nvPr/>
        </p:nvGrpSpPr>
        <p:grpSpPr>
          <a:xfrm>
            <a:off x="3529440" y="4809960"/>
            <a:ext cx="6336720" cy="657360"/>
            <a:chOff x="3529440" y="4809960"/>
            <a:chExt cx="6336720" cy="657360"/>
          </a:xfrm>
        </p:grpSpPr>
        <p:sp>
          <p:nvSpPr>
            <p:cNvPr id="591" name="Google Shape;473;p8"/>
            <p:cNvSpPr/>
            <p:nvPr/>
          </p:nvSpPr>
          <p:spPr>
            <a:xfrm>
              <a:off x="4110120" y="4843080"/>
              <a:ext cx="5756040" cy="498960"/>
            </a:xfrm>
            <a:custGeom>
              <a:avLst/>
              <a:gdLst>
                <a:gd name="textAreaLeft" fmla="*/ 0 w 5756040"/>
                <a:gd name="textAreaRight" fmla="*/ 5756400 w 5756040"/>
                <a:gd name="textAreaTop" fmla="*/ 0 h 498960"/>
                <a:gd name="textAreaBottom" fmla="*/ 499320 h 498960"/>
              </a:gdLst>
              <a:ahLst/>
              <a:rect l="textAreaLeft" t="textAreaTop" r="textAreaRight" b="textAreaBottom"/>
              <a:pathLst>
                <a:path w="5506811" h="396204">
                  <a:moveTo>
                    <a:pt x="5506811" y="396203"/>
                  </a:moveTo>
                  <a:lnTo>
                    <a:pt x="198102" y="396203"/>
                  </a:lnTo>
                  <a:lnTo>
                    <a:pt x="0" y="198102"/>
                  </a:lnTo>
                  <a:lnTo>
                    <a:pt x="198102" y="1"/>
                  </a:lnTo>
                  <a:lnTo>
                    <a:pt x="5506811" y="1"/>
                  </a:lnTo>
                  <a:lnTo>
                    <a:pt x="5506811" y="396203"/>
                  </a:lnTo>
                  <a:close/>
                </a:path>
              </a:pathLst>
            </a:custGeom>
            <a:solidFill>
              <a:srgbClr val="c4121a"/>
            </a:solidFill>
            <a:ln w="0">
              <a:noFill/>
            </a:ln>
          </p:spPr>
          <p:style>
            <a:lnRef idx="0"/>
            <a:fillRef idx="0"/>
            <a:effectRef idx="0"/>
            <a:fontRef idx="minor"/>
          </p:style>
          <p:txBody>
            <a:bodyPr lIns="273600" rIns="128160" tIns="68400" bIns="68400" anchor="ctr">
              <a:noAutofit/>
            </a:bodyPr>
            <a:p>
              <a:pPr algn="ctr">
                <a:lnSpc>
                  <a:spcPct val="90000"/>
                </a:lnSpc>
                <a:tabLst>
                  <a:tab algn="l" pos="0"/>
                </a:tabLst>
              </a:pPr>
              <a:r>
                <a:rPr b="1" i="1" lang="es-ES" sz="2000" spc="-1" strike="noStrike">
                  <a:solidFill>
                    <a:schemeClr val="dk1"/>
                  </a:solidFill>
                  <a:latin typeface="Calibri"/>
                  <a:ea typeface="Calibri"/>
                </a:rPr>
                <a:t>Aplicaciones Web/Móviles </a:t>
              </a:r>
              <a:endParaRPr b="0" lang="es-AR" sz="2000" spc="-1" strike="noStrike">
                <a:solidFill>
                  <a:srgbClr val="000000"/>
                </a:solidFill>
                <a:latin typeface="Arial"/>
              </a:endParaRPr>
            </a:p>
          </p:txBody>
        </p:sp>
        <p:grpSp>
          <p:nvGrpSpPr>
            <p:cNvPr id="592" name="Google Shape;474;p8"/>
            <p:cNvGrpSpPr/>
            <p:nvPr/>
          </p:nvGrpSpPr>
          <p:grpSpPr>
            <a:xfrm>
              <a:off x="3529440" y="4809960"/>
              <a:ext cx="819720" cy="657360"/>
              <a:chOff x="3529440" y="4809960"/>
              <a:chExt cx="819720" cy="657360"/>
            </a:xfrm>
          </p:grpSpPr>
          <p:sp>
            <p:nvSpPr>
              <p:cNvPr id="593" name="Google Shape;475;p8"/>
              <p:cNvSpPr/>
              <p:nvPr/>
            </p:nvSpPr>
            <p:spPr>
              <a:xfrm flipH="1">
                <a:off x="3529080" y="4809960"/>
                <a:ext cx="819720" cy="657360"/>
              </a:xfrm>
              <a:prstGeom prst="ellipse">
                <a:avLst/>
              </a:prstGeom>
              <a:solidFill>
                <a:srgbClr val="8b8b8b"/>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594" name="Google Shape;476;p8"/>
              <p:cNvSpPr/>
              <p:nvPr/>
            </p:nvSpPr>
            <p:spPr>
              <a:xfrm flipH="1">
                <a:off x="3617640" y="4858920"/>
                <a:ext cx="579960" cy="517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rgbClr val="576063"/>
                    </a:solidFill>
                    <a:latin typeface="Calibri"/>
                    <a:ea typeface="Calibri"/>
                  </a:rPr>
                  <a:t>ⱱ</a:t>
                </a:r>
                <a:endParaRPr b="0" lang="es-AR" sz="2800" spc="-1" strike="noStrike">
                  <a:solidFill>
                    <a:srgbClr val="000000"/>
                  </a:solidFill>
                  <a:latin typeface="Arial"/>
                </a:endParaRPr>
              </a:p>
            </p:txBody>
          </p:sp>
        </p:grpSp>
      </p:grpSp>
      <p:grpSp>
        <p:nvGrpSpPr>
          <p:cNvPr id="595" name="Google Shape;477;p8"/>
          <p:cNvGrpSpPr/>
          <p:nvPr/>
        </p:nvGrpSpPr>
        <p:grpSpPr>
          <a:xfrm>
            <a:off x="3835080" y="5439600"/>
            <a:ext cx="6426720" cy="657360"/>
            <a:chOff x="3835080" y="5439600"/>
            <a:chExt cx="6426720" cy="657360"/>
          </a:xfrm>
        </p:grpSpPr>
        <p:sp>
          <p:nvSpPr>
            <p:cNvPr id="596" name="Google Shape;478;p8"/>
            <p:cNvSpPr/>
            <p:nvPr/>
          </p:nvSpPr>
          <p:spPr>
            <a:xfrm>
              <a:off x="4505760" y="5451840"/>
              <a:ext cx="5756040" cy="574920"/>
            </a:xfrm>
            <a:custGeom>
              <a:avLst/>
              <a:gdLst>
                <a:gd name="textAreaLeft" fmla="*/ 0 w 5756040"/>
                <a:gd name="textAreaRight" fmla="*/ 5756400 w 5756040"/>
                <a:gd name="textAreaTop" fmla="*/ 0 h 574920"/>
                <a:gd name="textAreaBottom" fmla="*/ 575280 h 574920"/>
              </a:gdLst>
              <a:ahLst/>
              <a:rect l="textAreaLeft" t="textAreaTop" r="textAreaRight" b="textAreaBottom"/>
              <a:pathLst>
                <a:path w="5506811" h="396204">
                  <a:moveTo>
                    <a:pt x="5506811" y="396203"/>
                  </a:moveTo>
                  <a:lnTo>
                    <a:pt x="198102" y="396203"/>
                  </a:lnTo>
                  <a:lnTo>
                    <a:pt x="0" y="198102"/>
                  </a:lnTo>
                  <a:lnTo>
                    <a:pt x="198102" y="1"/>
                  </a:lnTo>
                  <a:lnTo>
                    <a:pt x="5506811" y="1"/>
                  </a:lnTo>
                  <a:lnTo>
                    <a:pt x="5506811" y="396203"/>
                  </a:lnTo>
                  <a:close/>
                </a:path>
              </a:pathLst>
            </a:custGeom>
            <a:solidFill>
              <a:srgbClr val="c4121a"/>
            </a:solidFill>
            <a:ln w="0">
              <a:noFill/>
            </a:ln>
          </p:spPr>
          <p:style>
            <a:lnRef idx="0"/>
            <a:fillRef idx="0"/>
            <a:effectRef idx="0"/>
            <a:fontRef idx="minor"/>
          </p:style>
          <p:txBody>
            <a:bodyPr lIns="273600" rIns="128160" tIns="68400" bIns="68400" anchor="ctr">
              <a:noAutofit/>
            </a:bodyPr>
            <a:p>
              <a:pPr algn="ctr">
                <a:lnSpc>
                  <a:spcPct val="90000"/>
                </a:lnSpc>
                <a:tabLst>
                  <a:tab algn="l" pos="0"/>
                </a:tabLst>
              </a:pPr>
              <a:r>
                <a:rPr b="1" i="1" lang="es-ES" sz="2000" spc="-1" strike="noStrike">
                  <a:solidFill>
                    <a:schemeClr val="dk1"/>
                  </a:solidFill>
                  <a:latin typeface="Calibri"/>
                  <a:ea typeface="Calibri"/>
                </a:rPr>
                <a:t>De inteligencia artificial</a:t>
              </a:r>
              <a:endParaRPr b="0" lang="es-AR" sz="2000" spc="-1" strike="noStrike">
                <a:solidFill>
                  <a:srgbClr val="000000"/>
                </a:solidFill>
                <a:latin typeface="Arial"/>
              </a:endParaRPr>
            </a:p>
          </p:txBody>
        </p:sp>
        <p:grpSp>
          <p:nvGrpSpPr>
            <p:cNvPr id="597" name="Google Shape;479;p8"/>
            <p:cNvGrpSpPr/>
            <p:nvPr/>
          </p:nvGrpSpPr>
          <p:grpSpPr>
            <a:xfrm>
              <a:off x="3835080" y="5439600"/>
              <a:ext cx="819720" cy="657360"/>
              <a:chOff x="3835080" y="5439600"/>
              <a:chExt cx="819720" cy="657360"/>
            </a:xfrm>
          </p:grpSpPr>
          <p:sp>
            <p:nvSpPr>
              <p:cNvPr id="598" name="Google Shape;480;p8"/>
              <p:cNvSpPr/>
              <p:nvPr/>
            </p:nvSpPr>
            <p:spPr>
              <a:xfrm flipH="1">
                <a:off x="3834720" y="5439600"/>
                <a:ext cx="819720" cy="657360"/>
              </a:xfrm>
              <a:prstGeom prst="ellipse">
                <a:avLst/>
              </a:prstGeom>
              <a:solidFill>
                <a:srgbClr val="8b8b8b"/>
              </a:solidFill>
              <a:ln w="0">
                <a:noFill/>
              </a:ln>
            </p:spPr>
            <p:style>
              <a:lnRef idx="0"/>
              <a:fillRef idx="0"/>
              <a:effectRef idx="0"/>
              <a:fontRef idx="minor"/>
            </p:style>
            <p:txBody>
              <a:bodyPr tIns="91440" bIns="91440" anchor="ctr">
                <a:noAutofit/>
              </a:bodyPr>
              <a:p>
                <a:pPr>
                  <a:lnSpc>
                    <a:spcPct val="100000"/>
                  </a:lnSpc>
                  <a:tabLst>
                    <a:tab algn="l" pos="0"/>
                  </a:tabLst>
                </a:pPr>
                <a:endParaRPr b="0" lang="es-AR" sz="1400" spc="-1" strike="noStrike">
                  <a:solidFill>
                    <a:srgbClr val="000000"/>
                  </a:solidFill>
                  <a:latin typeface="Arial"/>
                  <a:ea typeface="Arial"/>
                </a:endParaRPr>
              </a:p>
            </p:txBody>
          </p:sp>
          <p:sp>
            <p:nvSpPr>
              <p:cNvPr id="599" name="Google Shape;481;p8"/>
              <p:cNvSpPr/>
              <p:nvPr/>
            </p:nvSpPr>
            <p:spPr>
              <a:xfrm flipH="1">
                <a:off x="4074480" y="5532840"/>
                <a:ext cx="579960" cy="517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rgbClr val="576063"/>
                    </a:solidFill>
                    <a:latin typeface="Calibri"/>
                    <a:ea typeface="Calibri"/>
                  </a:rPr>
                  <a:t>ⱱ</a:t>
                </a:r>
                <a:endParaRPr b="0" lang="es-AR" sz="2800" spc="-1" strike="noStrike">
                  <a:solidFill>
                    <a:srgbClr val="000000"/>
                  </a:solidFill>
                  <a:latin typeface="Arial"/>
                </a:endParaRPr>
              </a:p>
            </p:txBody>
          </p:sp>
        </p:grpSp>
      </p:grpSp>
    </p:spTree>
  </p:cSld>
  <p:transition spd="med">
    <p:fade/>
  </p:transition>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nodeType="clickEffect" fill="hold" presetClass="entr" presetID="10">
                                  <p:stCondLst>
                                    <p:cond delay="0"/>
                                  </p:stCondLst>
                                  <p:childTnLst>
                                    <p:set>
                                      <p:cBhvr>
                                        <p:cTn id="48" dur="1" fill="hold">
                                          <p:stCondLst>
                                            <p:cond delay="0"/>
                                          </p:stCondLst>
                                        </p:cTn>
                                        <p:tgtEl>
                                          <p:spTgt spid="565"/>
                                        </p:tgtEl>
                                        <p:attrNameLst>
                                          <p:attrName>style.visibility</p:attrName>
                                        </p:attrNameLst>
                                      </p:cBhvr>
                                      <p:to>
                                        <p:strVal val="visible"/>
                                      </p:to>
                                    </p:set>
                                    <p:animEffect filter="fade" transition="in">
                                      <p:cBhvr additive="repl">
                                        <p:cTn id="49" dur="1000"/>
                                        <p:tgtEl>
                                          <p:spTgt spid="565"/>
                                        </p:tgtEl>
                                      </p:cBhvr>
                                    </p:animEffect>
                                  </p:childTnLst>
                                </p:cTn>
                              </p:par>
                            </p:childTnLst>
                          </p:cTn>
                        </p:par>
                      </p:childTnLst>
                    </p:cTn>
                  </p:par>
                  <p:par>
                    <p:cTn id="50" fill="hold">
                      <p:stCondLst>
                        <p:cond delay="indefinite"/>
                      </p:stCondLst>
                      <p:childTnLst>
                        <p:par>
                          <p:cTn id="51" fill="hold">
                            <p:stCondLst>
                              <p:cond delay="0"/>
                            </p:stCondLst>
                            <p:childTnLst>
                              <p:par>
                                <p:cTn id="52" nodeType="clickEffect" fill="hold" presetClass="entr" presetID="10">
                                  <p:stCondLst>
                                    <p:cond delay="0"/>
                                  </p:stCondLst>
                                  <p:childTnLst>
                                    <p:set>
                                      <p:cBhvr>
                                        <p:cTn id="53" dur="1" fill="hold">
                                          <p:stCondLst>
                                            <p:cond delay="0"/>
                                          </p:stCondLst>
                                        </p:cTn>
                                        <p:tgtEl>
                                          <p:spTgt spid="570"/>
                                        </p:tgtEl>
                                        <p:attrNameLst>
                                          <p:attrName>style.visibility</p:attrName>
                                        </p:attrNameLst>
                                      </p:cBhvr>
                                      <p:to>
                                        <p:strVal val="visible"/>
                                      </p:to>
                                    </p:set>
                                    <p:animEffect filter="fade" transition="in">
                                      <p:cBhvr additive="repl">
                                        <p:cTn id="54" dur="1000"/>
                                        <p:tgtEl>
                                          <p:spTgt spid="570"/>
                                        </p:tgtEl>
                                      </p:cBhvr>
                                    </p:animEffec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0">
                                  <p:stCondLst>
                                    <p:cond delay="0"/>
                                  </p:stCondLst>
                                  <p:childTnLst>
                                    <p:set>
                                      <p:cBhvr>
                                        <p:cTn id="58" dur="1" fill="hold">
                                          <p:stCondLst>
                                            <p:cond delay="0"/>
                                          </p:stCondLst>
                                        </p:cTn>
                                        <p:tgtEl>
                                          <p:spTgt spid="585"/>
                                        </p:tgtEl>
                                        <p:attrNameLst>
                                          <p:attrName>style.visibility</p:attrName>
                                        </p:attrNameLst>
                                      </p:cBhvr>
                                      <p:to>
                                        <p:strVal val="visible"/>
                                      </p:to>
                                    </p:set>
                                    <p:animEffect filter="fade" transition="in">
                                      <p:cBhvr additive="repl">
                                        <p:cTn id="59" dur="1000"/>
                                        <p:tgtEl>
                                          <p:spTgt spid="585"/>
                                        </p:tgtEl>
                                      </p:cBhvr>
                                    </p:animEffect>
                                  </p:childTnLst>
                                </p:cTn>
                              </p:par>
                            </p:childTnLst>
                          </p:cTn>
                        </p:par>
                      </p:childTnLst>
                    </p:cTn>
                  </p:par>
                  <p:par>
                    <p:cTn id="60" fill="hold">
                      <p:stCondLst>
                        <p:cond delay="indefinite"/>
                      </p:stCondLst>
                      <p:childTnLst>
                        <p:par>
                          <p:cTn id="61" fill="hold">
                            <p:stCondLst>
                              <p:cond delay="0"/>
                            </p:stCondLst>
                            <p:childTnLst>
                              <p:par>
                                <p:cTn id="62" nodeType="clickEffect" fill="hold" presetClass="entr" presetID="10">
                                  <p:stCondLst>
                                    <p:cond delay="0"/>
                                  </p:stCondLst>
                                  <p:childTnLst>
                                    <p:set>
                                      <p:cBhvr>
                                        <p:cTn id="63" dur="1" fill="hold">
                                          <p:stCondLst>
                                            <p:cond delay="0"/>
                                          </p:stCondLst>
                                        </p:cTn>
                                        <p:tgtEl>
                                          <p:spTgt spid="580"/>
                                        </p:tgtEl>
                                        <p:attrNameLst>
                                          <p:attrName>style.visibility</p:attrName>
                                        </p:attrNameLst>
                                      </p:cBhvr>
                                      <p:to>
                                        <p:strVal val="visible"/>
                                      </p:to>
                                    </p:set>
                                    <p:animEffect filter="fade" transition="in">
                                      <p:cBhvr additive="repl">
                                        <p:cTn id="64" dur="500"/>
                                        <p:tgtEl>
                                          <p:spTgt spid="580"/>
                                        </p:tgtEl>
                                      </p:cBhvr>
                                    </p:animEffec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57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59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10">
                                  <p:stCondLst>
                                    <p:cond delay="0"/>
                                  </p:stCondLst>
                                  <p:childTnLst>
                                    <p:set>
                                      <p:cBhvr>
                                        <p:cTn id="76" dur="1" fill="hold">
                                          <p:stCondLst>
                                            <p:cond delay="0"/>
                                          </p:stCondLst>
                                        </p:cTn>
                                        <p:tgtEl>
                                          <p:spTgt spid="595"/>
                                        </p:tgtEl>
                                        <p:attrNameLst>
                                          <p:attrName>style.visibility</p:attrName>
                                        </p:attrNameLst>
                                      </p:cBhvr>
                                      <p:to>
                                        <p:strVal val="visible"/>
                                      </p:to>
                                    </p:set>
                                    <p:animEffect filter="fade" transition="in">
                                      <p:cBhvr additive="repl">
                                        <p:cTn id="77" dur="500"/>
                                        <p:tgtEl>
                                          <p:spTgt spid="5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title"/>
          </p:nvPr>
        </p:nvSpPr>
        <p:spPr>
          <a:xfrm>
            <a:off x="864000" y="627120"/>
            <a:ext cx="10098720" cy="1145520"/>
          </a:xfrm>
          <a:prstGeom prst="rect">
            <a:avLst/>
          </a:prstGeom>
          <a:noFill/>
          <a:ln w="0">
            <a:noFill/>
          </a:ln>
        </p:spPr>
        <p:txBody>
          <a:bodyPr anchor="b">
            <a:noAutofit/>
          </a:bodyPr>
          <a:p>
            <a:pPr indent="0">
              <a:lnSpc>
                <a:spcPct val="85000"/>
              </a:lnSpc>
              <a:buNone/>
              <a:tabLst>
                <a:tab algn="l" pos="0"/>
              </a:tabLst>
            </a:pPr>
            <a:r>
              <a:rPr b="1" lang="es-ES" sz="4400" spc="-1" strike="noStrike">
                <a:solidFill>
                  <a:srgbClr val="3f3f3f"/>
                </a:solidFill>
                <a:latin typeface="Calibri"/>
                <a:ea typeface="Calibri"/>
              </a:rPr>
              <a:t>Software - Nuevos retos</a:t>
            </a:r>
            <a:br>
              <a:rPr sz="4400"/>
            </a:br>
            <a:endParaRPr b="0" lang="es-AR" sz="4400" spc="-1" strike="noStrike">
              <a:solidFill>
                <a:srgbClr val="000000"/>
              </a:solidFill>
              <a:latin typeface="Arial"/>
            </a:endParaRPr>
          </a:p>
        </p:txBody>
      </p:sp>
      <p:sp>
        <p:nvSpPr>
          <p:cNvPr id="601" name="PlaceHolder 2"/>
          <p:cNvSpPr>
            <a:spLocks noGrp="1"/>
          </p:cNvSpPr>
          <p:nvPr>
            <p:ph/>
          </p:nvPr>
        </p:nvSpPr>
        <p:spPr>
          <a:xfrm>
            <a:off x="1101600" y="1845720"/>
            <a:ext cx="10098720" cy="4023000"/>
          </a:xfrm>
          <a:prstGeom prst="rect">
            <a:avLst/>
          </a:prstGeom>
          <a:noFill/>
          <a:ln w="0">
            <a:noFill/>
          </a:ln>
        </p:spPr>
        <p:txBody>
          <a:bodyPr lIns="0" rIns="0" anchor="t">
            <a:normAutofit/>
          </a:bodyPr>
          <a:p>
            <a:pPr indent="0">
              <a:spcBef>
                <a:spcPts val="1417"/>
              </a:spcBef>
              <a:buNone/>
            </a:pPr>
            <a:endParaRPr b="0" lang="es-AR" sz="2000" spc="-1" strike="noStrike">
              <a:solidFill>
                <a:srgbClr val="3f3f3f"/>
              </a:solidFill>
              <a:latin typeface="Calibri"/>
              <a:ea typeface="Calibri"/>
            </a:endParaRPr>
          </a:p>
        </p:txBody>
      </p:sp>
      <p:sp>
        <p:nvSpPr>
          <p:cNvPr id="602" name="PlaceHolder 3"/>
          <p:cNvSpPr>
            <a:spLocks noGrp="1"/>
          </p:cNvSpPr>
          <p:nvPr>
            <p:ph type="sldNum" idx="49"/>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8AB029A-796B-4363-988D-9B7C5A2D9FCF}"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pic>
        <p:nvPicPr>
          <p:cNvPr id="603" name="Google Shape;489;p9" descr="La UCLM acoge por primera vez la Conferencia Internacional sobre Computación  Ubicua e Inteligencia Ambiental | UCLMtv"/>
          <p:cNvPicPr/>
          <p:nvPr/>
        </p:nvPicPr>
        <p:blipFill>
          <a:blip r:embed="rId1"/>
          <a:stretch/>
        </p:blipFill>
        <p:spPr>
          <a:xfrm>
            <a:off x="864000" y="1839960"/>
            <a:ext cx="5112360" cy="2871000"/>
          </a:xfrm>
          <a:prstGeom prst="rect">
            <a:avLst/>
          </a:prstGeom>
          <a:ln w="0">
            <a:noFill/>
          </a:ln>
        </p:spPr>
      </p:pic>
      <p:sp>
        <p:nvSpPr>
          <p:cNvPr id="604" name="Google Shape;490;p9"/>
          <p:cNvSpPr/>
          <p:nvPr/>
        </p:nvSpPr>
        <p:spPr>
          <a:xfrm>
            <a:off x="6162840" y="2293200"/>
            <a:ext cx="2285280" cy="7009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i="1" lang="es-ES" sz="2000" spc="-1" strike="noStrike">
                <a:solidFill>
                  <a:schemeClr val="dk1"/>
                </a:solidFill>
                <a:latin typeface="Calibri"/>
                <a:ea typeface="Calibri"/>
              </a:rPr>
              <a:t>Computación Ubicua</a:t>
            </a:r>
            <a:endParaRPr b="0" lang="es-AR" sz="2000" spc="-1" strike="noStrike">
              <a:solidFill>
                <a:srgbClr val="000000"/>
              </a:solidFill>
              <a:latin typeface="Arial"/>
            </a:endParaRPr>
          </a:p>
        </p:txBody>
      </p:sp>
      <p:pic>
        <p:nvPicPr>
          <p:cNvPr id="605" name="Google Shape;491;p9" descr="Qué es la World Wide Web (www) y cómo funciona?"/>
          <p:cNvPicPr/>
          <p:nvPr/>
        </p:nvPicPr>
        <p:blipFill>
          <a:blip r:embed="rId2"/>
          <a:stretch/>
        </p:blipFill>
        <p:spPr>
          <a:xfrm>
            <a:off x="1247040" y="3213000"/>
            <a:ext cx="5171400" cy="2730240"/>
          </a:xfrm>
          <a:prstGeom prst="rect">
            <a:avLst/>
          </a:prstGeom>
          <a:ln w="0">
            <a:noFill/>
          </a:ln>
        </p:spPr>
      </p:pic>
      <p:sp>
        <p:nvSpPr>
          <p:cNvPr id="606" name="Google Shape;492;p9"/>
          <p:cNvSpPr/>
          <p:nvPr/>
        </p:nvSpPr>
        <p:spPr>
          <a:xfrm>
            <a:off x="6706080" y="4501800"/>
            <a:ext cx="2652840" cy="3960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i="1" lang="es-ES" sz="2000" spc="-1" strike="noStrike">
                <a:solidFill>
                  <a:schemeClr val="dk1"/>
                </a:solidFill>
                <a:latin typeface="Calibri"/>
                <a:ea typeface="Calibri"/>
              </a:rPr>
              <a:t>World Wide Web</a:t>
            </a:r>
            <a:endParaRPr b="0" lang="es-AR" sz="2000" spc="-1" strike="noStrike">
              <a:solidFill>
                <a:srgbClr val="000000"/>
              </a:solidFill>
              <a:latin typeface="Arial"/>
            </a:endParaRPr>
          </a:p>
        </p:txBody>
      </p:sp>
    </p:spTree>
  </p:cSld>
  <p:transition spd="med">
    <p:fade/>
  </p:transition>
  <p:timing>
    <p:tnLst>
      <p:par>
        <p:cTn id="78" dur="indefinite" restart="never" nodeType="tmRoot">
          <p:childTnLst>
            <p:seq>
              <p:cTn id="79" dur="indefinite" nodeType="mainSeq">
                <p:childTnLst>
                  <p:par>
                    <p:cTn id="80" fill="hold">
                      <p:stCondLst>
                        <p:cond delay="indefinite"/>
                      </p:stCondLst>
                      <p:childTnLst>
                        <p:par>
                          <p:cTn id="81" fill="hold">
                            <p:stCondLst>
                              <p:cond delay="0"/>
                            </p:stCondLst>
                            <p:childTnLst>
                              <p:par>
                                <p:cTn id="82" nodeType="clickEffect" fill="hold" presetClass="entr" presetID="1">
                                  <p:stCondLst>
                                    <p:cond delay="0"/>
                                  </p:stCondLst>
                                  <p:childTnLst>
                                    <p:set>
                                      <p:cBhvr>
                                        <p:cTn id="83" dur="1" fill="hold">
                                          <p:stCondLst>
                                            <p:cond delay="0"/>
                                          </p:stCondLst>
                                        </p:cTn>
                                        <p:tgtEl>
                                          <p:spTgt spid="605"/>
                                        </p:tgtEl>
                                        <p:attrNameLst>
                                          <p:attrName>style.visibility</p:attrName>
                                        </p:attrNameLst>
                                      </p:cBhvr>
                                      <p:to>
                                        <p:strVal val="visible"/>
                                      </p:to>
                                    </p:set>
                                  </p:childTnLst>
                                </p:cTn>
                              </p:par>
                              <p:par>
                                <p:cTn id="84" nodeType="withEffect" fill="hold" presetClass="entr" presetID="1">
                                  <p:stCondLst>
                                    <p:cond delay="0"/>
                                  </p:stCondLst>
                                  <p:childTnLst>
                                    <p:set>
                                      <p:cBhvr>
                                        <p:cTn id="85" dur="1" fill="hold">
                                          <p:stCondLst>
                                            <p:cond delay="0"/>
                                          </p:stCondLst>
                                        </p:cTn>
                                        <p:tgtEl>
                                          <p:spTgt spid="6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title"/>
          </p:nvPr>
        </p:nvSpPr>
        <p:spPr>
          <a:xfrm>
            <a:off x="1101600" y="286560"/>
            <a:ext cx="10098720" cy="1127520"/>
          </a:xfrm>
          <a:prstGeom prst="rect">
            <a:avLst/>
          </a:prstGeom>
          <a:noFill/>
          <a:ln w="0">
            <a:noFill/>
          </a:ln>
        </p:spPr>
        <p:txBody>
          <a:bodyPr anchor="b">
            <a:noAutofit/>
          </a:bodyPr>
          <a:p>
            <a:pPr indent="0">
              <a:lnSpc>
                <a:spcPct val="85000"/>
              </a:lnSpc>
              <a:buNone/>
              <a:tabLst>
                <a:tab algn="l" pos="0"/>
              </a:tabLst>
            </a:pPr>
            <a:r>
              <a:rPr b="1" lang="es-ES" sz="4400" spc="-1" strike="noStrike">
                <a:solidFill>
                  <a:srgbClr val="3f3f3f"/>
                </a:solidFill>
                <a:latin typeface="Calibri"/>
                <a:ea typeface="Calibri"/>
              </a:rPr>
              <a:t>Software- Retos</a:t>
            </a:r>
            <a:endParaRPr b="0" lang="es-AR" sz="4400" spc="-1" strike="noStrike">
              <a:solidFill>
                <a:srgbClr val="000000"/>
              </a:solidFill>
              <a:latin typeface="Arial"/>
            </a:endParaRPr>
          </a:p>
        </p:txBody>
      </p:sp>
      <p:sp>
        <p:nvSpPr>
          <p:cNvPr id="608" name="PlaceHolder 2"/>
          <p:cNvSpPr>
            <a:spLocks noGrp="1"/>
          </p:cNvSpPr>
          <p:nvPr>
            <p:ph/>
          </p:nvPr>
        </p:nvSpPr>
        <p:spPr>
          <a:xfrm>
            <a:off x="1101600" y="1845720"/>
            <a:ext cx="10098720" cy="4023000"/>
          </a:xfrm>
          <a:prstGeom prst="rect">
            <a:avLst/>
          </a:prstGeom>
          <a:noFill/>
          <a:ln w="0">
            <a:noFill/>
          </a:ln>
        </p:spPr>
        <p:txBody>
          <a:bodyPr lIns="0" rIns="0" anchor="t">
            <a:normAutofit/>
          </a:bodyPr>
          <a:p>
            <a:pPr indent="0">
              <a:spcBef>
                <a:spcPts val="1417"/>
              </a:spcBef>
              <a:buNone/>
            </a:pPr>
            <a:endParaRPr b="0" lang="es-AR" sz="2000" spc="-1" strike="noStrike">
              <a:solidFill>
                <a:srgbClr val="3f3f3f"/>
              </a:solidFill>
              <a:latin typeface="Calibri"/>
              <a:ea typeface="Calibri"/>
            </a:endParaRPr>
          </a:p>
        </p:txBody>
      </p:sp>
      <p:sp>
        <p:nvSpPr>
          <p:cNvPr id="609" name="PlaceHolder 3"/>
          <p:cNvSpPr>
            <a:spLocks noGrp="1"/>
          </p:cNvSpPr>
          <p:nvPr>
            <p:ph type="sldNum" idx="50"/>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FF52596D-5E86-40D8-B006-09E26FA3B0AB}"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10" name="Google Shape;500;p10"/>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611" name="Google Shape;501;p10"/>
          <p:cNvSpPr/>
          <p:nvPr/>
        </p:nvSpPr>
        <p:spPr>
          <a:xfrm>
            <a:off x="5117400" y="2185560"/>
            <a:ext cx="3845160" cy="10051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chemeClr val="dk1"/>
                </a:solidFill>
                <a:latin typeface="Calibri"/>
                <a:ea typeface="Calibri"/>
              </a:rPr>
              <a:t>Software </a:t>
            </a:r>
            <a:r>
              <a:rPr b="1" lang="es-ES" sz="3200" spc="-1" strike="noStrike">
                <a:solidFill>
                  <a:schemeClr val="dk1"/>
                </a:solidFill>
                <a:latin typeface="Calibri"/>
                <a:ea typeface="Calibri"/>
              </a:rPr>
              <a:t>heredado</a:t>
            </a:r>
            <a:r>
              <a:rPr b="1" lang="es-ES" sz="2800" spc="-1" strike="noStrike">
                <a:solidFill>
                  <a:schemeClr val="dk1"/>
                </a:solidFill>
                <a:latin typeface="Calibri"/>
                <a:ea typeface="Calibri"/>
              </a:rPr>
              <a:t> </a:t>
            </a:r>
            <a:endParaRPr b="0" lang="es-AR" sz="2800" spc="-1" strike="noStrike">
              <a:solidFill>
                <a:srgbClr val="000000"/>
              </a:solidFill>
              <a:latin typeface="Arial"/>
            </a:endParaRPr>
          </a:p>
        </p:txBody>
      </p:sp>
      <p:sp>
        <p:nvSpPr>
          <p:cNvPr id="612" name="Google Shape;502;p10"/>
          <p:cNvSpPr/>
          <p:nvPr/>
        </p:nvSpPr>
        <p:spPr>
          <a:xfrm>
            <a:off x="6696720" y="5013000"/>
            <a:ext cx="2809800" cy="9442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800" spc="-1" strike="noStrike">
                <a:solidFill>
                  <a:schemeClr val="dk1"/>
                </a:solidFill>
                <a:latin typeface="Calibri"/>
                <a:ea typeface="Calibri"/>
              </a:rPr>
              <a:t>Enfrentar el futuro</a:t>
            </a:r>
            <a:endParaRPr b="0" lang="es-AR" sz="2800" spc="-1" strike="noStrike">
              <a:solidFill>
                <a:srgbClr val="000000"/>
              </a:solidFill>
              <a:latin typeface="Arial"/>
            </a:endParaRPr>
          </a:p>
        </p:txBody>
      </p:sp>
      <p:pic>
        <p:nvPicPr>
          <p:cNvPr id="613" name="Google Shape;503;p10" descr="Guía ejecutiva] Manejo de crisis informáticas – Parte 2 - Blog Nubity"/>
          <p:cNvPicPr/>
          <p:nvPr/>
        </p:nvPicPr>
        <p:blipFill>
          <a:blip r:embed="rId1"/>
          <a:stretch/>
        </p:blipFill>
        <p:spPr>
          <a:xfrm>
            <a:off x="1082520" y="1753560"/>
            <a:ext cx="3837600" cy="2192760"/>
          </a:xfrm>
          <a:prstGeom prst="rect">
            <a:avLst/>
          </a:prstGeom>
          <a:ln w="0">
            <a:noFill/>
          </a:ln>
        </p:spPr>
      </p:pic>
      <p:pic>
        <p:nvPicPr>
          <p:cNvPr id="614" name="Google Shape;504;p10" descr="5 ingenierías del futuro que puedes estudiar hoy"/>
          <p:cNvPicPr/>
          <p:nvPr/>
        </p:nvPicPr>
        <p:blipFill>
          <a:blip r:embed="rId2"/>
          <a:stretch/>
        </p:blipFill>
        <p:spPr>
          <a:xfrm>
            <a:off x="534960" y="3073320"/>
            <a:ext cx="5800320" cy="3257280"/>
          </a:xfrm>
          <a:prstGeom prst="rect">
            <a:avLst/>
          </a:prstGeom>
          <a:ln w="0">
            <a:noFill/>
          </a:ln>
        </p:spPr>
      </p:pic>
      <p:sp>
        <p:nvSpPr>
          <p:cNvPr id="615" name="Google Shape;505;p10"/>
          <p:cNvSpPr/>
          <p:nvPr/>
        </p:nvSpPr>
        <p:spPr>
          <a:xfrm>
            <a:off x="3270960" y="2629800"/>
            <a:ext cx="5760360" cy="2736000"/>
          </a:xfrm>
          <a:prstGeom prst="rect">
            <a:avLst/>
          </a:prstGeom>
          <a:solidFill>
            <a:srgbClr val="85b92a"/>
          </a:solidFill>
          <a:ln w="0">
            <a:noFill/>
          </a:ln>
        </p:spPr>
        <p:style>
          <a:lnRef idx="0"/>
          <a:fillRef idx="0"/>
          <a:effectRef idx="0"/>
          <a:fontRef idx="minor"/>
        </p:style>
        <p:txBody>
          <a:bodyPr anchor="ctr">
            <a:noAutofit/>
          </a:bodyPr>
          <a:p>
            <a:pPr algn="ctr">
              <a:lnSpc>
                <a:spcPct val="100000"/>
              </a:lnSpc>
              <a:tabLst>
                <a:tab algn="l" pos="0"/>
              </a:tabLst>
            </a:pPr>
            <a:r>
              <a:rPr b="0" lang="es-ES" sz="3200" spc="-1" strike="noStrike">
                <a:solidFill>
                  <a:srgbClr val="000000"/>
                </a:solidFill>
                <a:latin typeface="Calibri"/>
                <a:ea typeface="Calibri"/>
              </a:rPr>
              <a:t>Para hacer frente a estos retos</a:t>
            </a:r>
            <a:endParaRPr b="0" lang="es-AR" sz="3200" spc="-1" strike="noStrike">
              <a:solidFill>
                <a:srgbClr val="000000"/>
              </a:solidFill>
              <a:latin typeface="Arial"/>
            </a:endParaRPr>
          </a:p>
          <a:p>
            <a:pPr algn="ctr">
              <a:lnSpc>
                <a:spcPct val="100000"/>
              </a:lnSpc>
              <a:tabLst>
                <a:tab algn="l" pos="0"/>
              </a:tabLst>
            </a:pPr>
            <a:endParaRPr b="0" lang="es-AR" sz="3200" spc="-1" strike="noStrike">
              <a:solidFill>
                <a:srgbClr val="000000"/>
              </a:solidFill>
              <a:latin typeface="Arial"/>
            </a:endParaRPr>
          </a:p>
          <a:p>
            <a:pPr algn="ctr">
              <a:lnSpc>
                <a:spcPct val="100000"/>
              </a:lnSpc>
              <a:tabLst>
                <a:tab algn="l" pos="0"/>
              </a:tabLst>
            </a:pPr>
            <a:r>
              <a:rPr b="1" lang="es-ES" sz="3200" spc="-1" strike="noStrike">
                <a:solidFill>
                  <a:srgbClr val="000000"/>
                </a:solidFill>
                <a:latin typeface="Calibri"/>
                <a:ea typeface="Calibri"/>
              </a:rPr>
              <a:t>Ingeniería de Software</a:t>
            </a:r>
            <a:endParaRPr b="0" lang="es-AR" sz="3200" spc="-1" strike="noStrike">
              <a:solidFill>
                <a:srgbClr val="000000"/>
              </a:solidFill>
              <a:latin typeface="Arial"/>
            </a:endParaRPr>
          </a:p>
        </p:txBody>
      </p:sp>
    </p:spTree>
  </p:cSld>
  <p:transition spd="med">
    <p:fade/>
  </p:transition>
  <p:timing>
    <p:tnLst>
      <p:par>
        <p:cTn id="86" dur="indefinite" restart="never" nodeType="tmRoot">
          <p:childTnLst>
            <p:seq>
              <p:cTn id="87" dur="indefinite" nodeType="mainSeq">
                <p:childTnLst>
                  <p:par>
                    <p:cTn id="88" fill="hold">
                      <p:stCondLst>
                        <p:cond delay="indefinite"/>
                      </p:stCondLst>
                      <p:childTnLst>
                        <p:par>
                          <p:cTn id="89" fill="hold">
                            <p:stCondLst>
                              <p:cond delay="0"/>
                            </p:stCondLst>
                            <p:childTnLst>
                              <p:par>
                                <p:cTn id="90" nodeType="clickEffect" fill="hold" presetClass="entr" presetID="1">
                                  <p:stCondLst>
                                    <p:cond delay="0"/>
                                  </p:stCondLst>
                                  <p:childTnLst>
                                    <p:set>
                                      <p:cBhvr>
                                        <p:cTn id="91" dur="1" fill="hold">
                                          <p:stCondLst>
                                            <p:cond delay="0"/>
                                          </p:stCondLst>
                                        </p:cTn>
                                        <p:tgtEl>
                                          <p:spTgt spid="613"/>
                                        </p:tgtEl>
                                        <p:attrNameLst>
                                          <p:attrName>style.visibility</p:attrName>
                                        </p:attrNameLst>
                                      </p:cBhvr>
                                      <p:to>
                                        <p:strVal val="visible"/>
                                      </p:to>
                                    </p:set>
                                  </p:childTnLst>
                                </p:cTn>
                              </p:par>
                              <p:par>
                                <p:cTn id="92" nodeType="withEffect" fill="hold" presetClass="entr" presetID="1">
                                  <p:stCondLst>
                                    <p:cond delay="0"/>
                                  </p:stCondLst>
                                  <p:childTnLst>
                                    <p:set>
                                      <p:cBhvr>
                                        <p:cTn id="93" dur="1" fill="hold">
                                          <p:stCondLst>
                                            <p:cond delay="0"/>
                                          </p:stCondLst>
                                        </p:cTn>
                                        <p:tgtEl>
                                          <p:spTgt spid="611"/>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nodeType="clickEffect" fill="hold" presetClass="entr" presetID="1">
                                  <p:stCondLst>
                                    <p:cond delay="0"/>
                                  </p:stCondLst>
                                  <p:childTnLst>
                                    <p:set>
                                      <p:cBhvr>
                                        <p:cTn id="97" dur="1" fill="hold">
                                          <p:stCondLst>
                                            <p:cond delay="0"/>
                                          </p:stCondLst>
                                        </p:cTn>
                                        <p:tgtEl>
                                          <p:spTgt spid="614"/>
                                        </p:tgtEl>
                                        <p:attrNameLst>
                                          <p:attrName>style.visibility</p:attrName>
                                        </p:attrNameLst>
                                      </p:cBhvr>
                                      <p:to>
                                        <p:strVal val="visible"/>
                                      </p:to>
                                    </p:set>
                                  </p:childTnLst>
                                </p:cTn>
                              </p:par>
                              <p:par>
                                <p:cTn id="98" nodeType="withEffect" fill="hold" presetClass="entr" presetID="1">
                                  <p:stCondLst>
                                    <p:cond delay="0"/>
                                  </p:stCondLst>
                                  <p:childTnLst>
                                    <p:set>
                                      <p:cBhvr>
                                        <p:cTn id="99" dur="1" fill="hold">
                                          <p:stCondLst>
                                            <p:cond delay="0"/>
                                          </p:stCondLst>
                                        </p:cTn>
                                        <p:tgtEl>
                                          <p:spTgt spid="612"/>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nodeType="clickEffect" fill="hold" presetClass="entr" presetID="10">
                                  <p:stCondLst>
                                    <p:cond delay="0"/>
                                  </p:stCondLst>
                                  <p:childTnLst>
                                    <p:set>
                                      <p:cBhvr>
                                        <p:cTn id="103" dur="1" fill="hold">
                                          <p:stCondLst>
                                            <p:cond delay="0"/>
                                          </p:stCondLst>
                                        </p:cTn>
                                        <p:tgtEl>
                                          <p:spTgt spid="615"/>
                                        </p:tgtEl>
                                        <p:attrNameLst>
                                          <p:attrName>style.visibility</p:attrName>
                                        </p:attrNameLst>
                                      </p:cBhvr>
                                      <p:to>
                                        <p:strVal val="visible"/>
                                      </p:to>
                                    </p:set>
                                    <p:animEffect filter="fade" transition="in">
                                      <p:cBhvr additive="repl">
                                        <p:cTn id="104" dur="2000"/>
                                        <p:tgtEl>
                                          <p:spTgt spid="6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title"/>
          </p:nvPr>
        </p:nvSpPr>
        <p:spPr>
          <a:xfrm>
            <a:off x="1101600" y="286560"/>
            <a:ext cx="10098720" cy="1235160"/>
          </a:xfrm>
          <a:prstGeom prst="rect">
            <a:avLst/>
          </a:prstGeom>
          <a:noFill/>
          <a:ln w="0">
            <a:noFill/>
          </a:ln>
        </p:spPr>
        <p:txBody>
          <a:bodyPr anchor="b">
            <a:noAutofit/>
          </a:bodyPr>
          <a:p>
            <a:pPr indent="0">
              <a:lnSpc>
                <a:spcPct val="85000"/>
              </a:lnSpc>
              <a:buNone/>
              <a:tabLst>
                <a:tab algn="l" pos="0"/>
              </a:tabLst>
            </a:pPr>
            <a:r>
              <a:rPr b="1" lang="es-ES" sz="4400" spc="-1" strike="noStrike">
                <a:solidFill>
                  <a:srgbClr val="3f3f3f"/>
                </a:solidFill>
                <a:latin typeface="Calibri"/>
                <a:ea typeface="Calibri"/>
              </a:rPr>
              <a:t>Software- Retos</a:t>
            </a:r>
            <a:endParaRPr b="0" lang="es-AR" sz="4400" spc="-1" strike="noStrike">
              <a:solidFill>
                <a:srgbClr val="000000"/>
              </a:solidFill>
              <a:latin typeface="Arial"/>
            </a:endParaRPr>
          </a:p>
        </p:txBody>
      </p:sp>
      <p:sp>
        <p:nvSpPr>
          <p:cNvPr id="617" name="PlaceHolder 2"/>
          <p:cNvSpPr>
            <a:spLocks noGrp="1"/>
          </p:cNvSpPr>
          <p:nvPr>
            <p:ph/>
          </p:nvPr>
        </p:nvSpPr>
        <p:spPr>
          <a:xfrm>
            <a:off x="1101600" y="1845720"/>
            <a:ext cx="10098720" cy="4023000"/>
          </a:xfrm>
          <a:prstGeom prst="rect">
            <a:avLst/>
          </a:prstGeom>
          <a:noFill/>
          <a:ln w="0">
            <a:noFill/>
          </a:ln>
        </p:spPr>
        <p:txBody>
          <a:bodyPr lIns="0" rIns="0" anchor="t">
            <a:normAutofit/>
          </a:bodyPr>
          <a:p>
            <a:pPr marL="91440" indent="-91440">
              <a:lnSpc>
                <a:spcPct val="90000"/>
              </a:lnSpc>
              <a:buClr>
                <a:srgbClr val="549e39"/>
              </a:buClr>
              <a:buFont typeface="Calibri"/>
              <a:buChar char=" "/>
            </a:pPr>
            <a:r>
              <a:rPr b="0" lang="es-ES" sz="2000" spc="-1" strike="noStrike">
                <a:solidFill>
                  <a:srgbClr val="3f3f3f"/>
                </a:solidFill>
                <a:latin typeface="Calibri"/>
                <a:ea typeface="Calibri"/>
              </a:rPr>
              <a:t> </a:t>
            </a:r>
            <a:r>
              <a:rPr b="0" lang="es-ES" sz="2000" spc="-1" strike="noStrike">
                <a:solidFill>
                  <a:srgbClr val="3f3f3f"/>
                </a:solidFill>
                <a:latin typeface="Calibri"/>
                <a:ea typeface="Calibri"/>
              </a:rPr>
              <a:t>A medida que los usuarios adoptan nuevas tecnologías, parte del trabajo consiste en integrar los sistemas tradicionales con los nuevos para asegurar un contexto útil.</a:t>
            </a:r>
            <a:endParaRPr b="0" lang="es-AR" sz="2000" spc="-1" strike="noStrike">
              <a:solidFill>
                <a:srgbClr val="000000"/>
              </a:solidFill>
              <a:latin typeface="Arial"/>
            </a:endParaRPr>
          </a:p>
          <a:p>
            <a:pPr marL="91440" indent="-91440">
              <a:lnSpc>
                <a:spcPct val="90000"/>
              </a:lnSpc>
              <a:spcBef>
                <a:spcPts val="1400"/>
              </a:spcBef>
              <a:buClr>
                <a:srgbClr val="549e39"/>
              </a:buClr>
              <a:buFont typeface="Calibri"/>
              <a:buChar char=" "/>
            </a:pPr>
            <a:r>
              <a:rPr b="0" lang="es-ES" sz="2000" spc="-1" strike="noStrike">
                <a:solidFill>
                  <a:srgbClr val="3f3f3f"/>
                </a:solidFill>
                <a:latin typeface="Calibri"/>
                <a:ea typeface="Calibri"/>
              </a:rPr>
              <a:t>Debemos estar conscientes de que al integrar tecnologías se ven afectados todos los tipos de usuarios y sistemas.</a:t>
            </a:r>
            <a:endParaRPr b="0" lang="es-AR" sz="2000" spc="-1" strike="noStrike">
              <a:solidFill>
                <a:srgbClr val="000000"/>
              </a:solidFill>
              <a:latin typeface="Arial"/>
            </a:endParaRPr>
          </a:p>
          <a:p>
            <a:pPr marL="91440" indent="0">
              <a:lnSpc>
                <a:spcPct val="90000"/>
              </a:lnSpc>
              <a:spcBef>
                <a:spcPts val="1400"/>
              </a:spcBef>
              <a:buNone/>
              <a:tabLst>
                <a:tab algn="l" pos="0"/>
              </a:tabLst>
            </a:pPr>
            <a:endParaRPr b="0" lang="es-AR" sz="2000" spc="-1" strike="noStrike">
              <a:solidFill>
                <a:srgbClr val="000000"/>
              </a:solidFill>
              <a:latin typeface="Arial"/>
            </a:endParaRPr>
          </a:p>
        </p:txBody>
      </p:sp>
      <p:sp>
        <p:nvSpPr>
          <p:cNvPr id="618" name="PlaceHolder 3"/>
          <p:cNvSpPr>
            <a:spLocks noGrp="1"/>
          </p:cNvSpPr>
          <p:nvPr>
            <p:ph type="sldNum" idx="51"/>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3FB0C64C-A1B0-4D43-B685-5B36D6A0CDD0}"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pic>
        <p:nvPicPr>
          <p:cNvPr id="619" name="Google Shape;513;p11" descr="https://lh5.googleusercontent.com/n_RDS2vu247kt9BUNLCZ2Dz_EyEeZHBAev3bmF88gesqyBnyNZXzDn2R32TJzzCw-9C8t26y40rec6qPsKZeo49wv_7UnpgC6oIFzp-P88HxseMLvuH5rOUedMIqH5tub-jQ7fc"/>
          <p:cNvPicPr/>
          <p:nvPr/>
        </p:nvPicPr>
        <p:blipFill>
          <a:blip r:embed="rId1"/>
          <a:stretch/>
        </p:blipFill>
        <p:spPr>
          <a:xfrm>
            <a:off x="6300000" y="3240000"/>
            <a:ext cx="4403520" cy="3060000"/>
          </a:xfrm>
          <a:prstGeom prst="rect">
            <a:avLst/>
          </a:prstGeom>
          <a:ln w="0">
            <a:noFill/>
          </a:ln>
        </p:spPr>
      </p:pic>
      <p:sp>
        <p:nvSpPr>
          <p:cNvPr id="620" name="Google Shape;514;p11"/>
          <p:cNvSpPr/>
          <p:nvPr/>
        </p:nvSpPr>
        <p:spPr>
          <a:xfrm>
            <a:off x="1247400" y="3857400"/>
            <a:ext cx="6117840" cy="1005480"/>
          </a:xfrm>
          <a:prstGeom prst="rect">
            <a:avLst/>
          </a:prstGeom>
          <a:noFill/>
          <a:ln w="0">
            <a:noFill/>
          </a:ln>
        </p:spPr>
        <p:style>
          <a:lnRef idx="0"/>
          <a:fillRef idx="0"/>
          <a:effectRef idx="0"/>
          <a:fontRef idx="minor"/>
        </p:style>
        <p:txBody>
          <a:bodyPr anchor="t">
            <a:spAutoFit/>
          </a:bodyPr>
          <a:p>
            <a:pPr marL="914400">
              <a:lnSpc>
                <a:spcPct val="100000"/>
              </a:lnSpc>
              <a:tabLst>
                <a:tab algn="l" pos="0"/>
              </a:tabLst>
            </a:pPr>
            <a:r>
              <a:rPr b="0" i="1" lang="es-ES" sz="1600" spc="-1" strike="noStrike">
                <a:solidFill>
                  <a:schemeClr val="dk1"/>
                </a:solidFill>
                <a:latin typeface="Calibri"/>
                <a:ea typeface="Calibri"/>
              </a:rPr>
              <a:t>¿</a:t>
            </a:r>
            <a:r>
              <a:rPr b="0" i="1" lang="es-ES" sz="1800" spc="-1" strike="noStrike">
                <a:solidFill>
                  <a:schemeClr val="dk1"/>
                </a:solidFill>
                <a:latin typeface="Calibri"/>
                <a:ea typeface="Calibri"/>
              </a:rPr>
              <a:t>Qué hacer?</a:t>
            </a:r>
            <a:endParaRPr b="0" lang="es-AR" sz="1800" spc="-1" strike="noStrike">
              <a:solidFill>
                <a:srgbClr val="000000"/>
              </a:solidFill>
              <a:latin typeface="Arial"/>
            </a:endParaRPr>
          </a:p>
          <a:p>
            <a:pPr>
              <a:lnSpc>
                <a:spcPct val="100000"/>
              </a:lnSpc>
              <a:tabLst>
                <a:tab algn="l" pos="0"/>
              </a:tabLst>
            </a:pPr>
            <a:br>
              <a:rPr sz="1800"/>
            </a:br>
            <a:r>
              <a:rPr b="1" lang="es-ES" sz="2400" spc="-1" strike="noStrike">
                <a:solidFill>
                  <a:srgbClr val="c00000"/>
                </a:solidFill>
                <a:latin typeface="Calibri"/>
                <a:ea typeface="Calibri"/>
              </a:rPr>
              <a:t>Ingeniería de Software</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title"/>
          </p:nvPr>
        </p:nvSpPr>
        <p:spPr>
          <a:xfrm>
            <a:off x="1101600" y="286560"/>
            <a:ext cx="10098720" cy="968040"/>
          </a:xfrm>
          <a:prstGeom prst="rect">
            <a:avLst/>
          </a:prstGeom>
          <a:noFill/>
          <a:ln w="0">
            <a:noFill/>
          </a:ln>
        </p:spPr>
        <p:txBody>
          <a:bodyPr anchor="b">
            <a:normAutofit fontScale="87000"/>
          </a:bodyPr>
          <a:p>
            <a:pPr indent="0">
              <a:lnSpc>
                <a:spcPct val="85000"/>
              </a:lnSpc>
              <a:buNone/>
              <a:tabLst>
                <a:tab algn="l" pos="0"/>
              </a:tabLst>
            </a:pPr>
            <a:r>
              <a:rPr b="1" lang="es-ES" sz="4400" spc="-1" strike="noStrike">
                <a:solidFill>
                  <a:srgbClr val="3f3f3f"/>
                </a:solidFill>
                <a:latin typeface="Calibri"/>
                <a:ea typeface="Calibri"/>
              </a:rPr>
              <a:t>¿Qué es la Ingeniería de software?</a:t>
            </a:r>
            <a:endParaRPr b="0" lang="es-AR" sz="4400" spc="-1" strike="noStrike">
              <a:solidFill>
                <a:srgbClr val="000000"/>
              </a:solidFill>
              <a:latin typeface="Arial"/>
            </a:endParaRPr>
          </a:p>
        </p:txBody>
      </p:sp>
      <p:sp>
        <p:nvSpPr>
          <p:cNvPr id="622" name="PlaceHolder 2"/>
          <p:cNvSpPr>
            <a:spLocks noGrp="1"/>
          </p:cNvSpPr>
          <p:nvPr>
            <p:ph/>
          </p:nvPr>
        </p:nvSpPr>
        <p:spPr>
          <a:xfrm>
            <a:off x="1101600" y="1845720"/>
            <a:ext cx="10098720" cy="4023000"/>
          </a:xfrm>
          <a:prstGeom prst="rect">
            <a:avLst/>
          </a:prstGeom>
          <a:noFill/>
          <a:ln w="0">
            <a:noFill/>
          </a:ln>
        </p:spPr>
        <p:txBody>
          <a:bodyPr lIns="0" rIns="0" anchor="t">
            <a:noAutofit/>
          </a:bodyPr>
          <a:p>
            <a:pPr marL="91440" indent="-91440">
              <a:lnSpc>
                <a:spcPct val="90000"/>
              </a:lnSpc>
              <a:buClr>
                <a:srgbClr val="549e39"/>
              </a:buClr>
              <a:buFont typeface="Calibri"/>
              <a:buChar char=" "/>
            </a:pPr>
            <a:r>
              <a:rPr b="0" i="1" lang="es-ES" sz="2400" spc="-1" strike="noStrike">
                <a:solidFill>
                  <a:srgbClr val="3f3f3f"/>
                </a:solidFill>
                <a:latin typeface="Calibri"/>
                <a:ea typeface="Calibri"/>
              </a:rPr>
              <a:t>Disciplina de la ingeniería que comprende todos los aspectos de la producción de software desde las etapas iniciales de la especificación del sistema incluyendo la evolución de éste, luego que se comienza a ejecutar</a:t>
            </a:r>
            <a:r>
              <a:rPr b="0" lang="es-ES" sz="2400" spc="-1" strike="noStrike">
                <a:solidFill>
                  <a:srgbClr val="3f3f3f"/>
                </a:solidFill>
                <a:latin typeface="Calibri"/>
                <a:ea typeface="Calibri"/>
              </a:rPr>
              <a:t>.</a:t>
            </a:r>
            <a:endParaRPr b="0" lang="es-AR" sz="2400" spc="-1" strike="noStrike">
              <a:solidFill>
                <a:srgbClr val="000000"/>
              </a:solidFill>
              <a:latin typeface="Arial"/>
            </a:endParaRPr>
          </a:p>
          <a:p>
            <a:pPr marL="91440" indent="0">
              <a:lnSpc>
                <a:spcPct val="90000"/>
              </a:lnSpc>
              <a:spcBef>
                <a:spcPts val="1400"/>
              </a:spcBef>
              <a:buNone/>
              <a:tabLst>
                <a:tab algn="l" pos="0"/>
              </a:tabLst>
            </a:pPr>
            <a:endParaRPr b="0" lang="es-AR" sz="1200" spc="-1" strike="noStrike">
              <a:solidFill>
                <a:srgbClr val="000000"/>
              </a:solidFill>
              <a:latin typeface="Arial"/>
            </a:endParaRPr>
          </a:p>
          <a:p>
            <a:pPr marL="567000" indent="0">
              <a:lnSpc>
                <a:spcPct val="90000"/>
              </a:lnSpc>
              <a:spcBef>
                <a:spcPts val="400"/>
              </a:spcBef>
              <a:buNone/>
              <a:tabLst>
                <a:tab algn="l" pos="0"/>
              </a:tabLst>
            </a:pPr>
            <a:endParaRPr b="0" lang="es-AR" sz="2400" spc="-1" strike="noStrike">
              <a:solidFill>
                <a:srgbClr val="000000"/>
              </a:solidFill>
              <a:latin typeface="Arial"/>
            </a:endParaRPr>
          </a:p>
        </p:txBody>
      </p:sp>
      <p:sp>
        <p:nvSpPr>
          <p:cNvPr id="623" name="PlaceHolder 3"/>
          <p:cNvSpPr>
            <a:spLocks noGrp="1"/>
          </p:cNvSpPr>
          <p:nvPr>
            <p:ph type="sldNum" idx="52"/>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EA76CFE7-17A2-4D8F-ABE7-E2EF9DD2ABEA}"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24" name="Google Shape;522;p12"/>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625" name="Google Shape;523;p12"/>
          <p:cNvSpPr/>
          <p:nvPr/>
        </p:nvSpPr>
        <p:spPr>
          <a:xfrm>
            <a:off x="6440040" y="1937880"/>
            <a:ext cx="4626720" cy="359640"/>
          </a:xfrm>
          <a:custGeom>
            <a:avLst/>
            <a:gdLst>
              <a:gd name="textAreaLeft" fmla="*/ 0 w 4626720"/>
              <a:gd name="textAreaRight" fmla="*/ 4627080 w 4626720"/>
              <a:gd name="textAreaTop" fmla="*/ 0 h 359640"/>
              <a:gd name="textAreaBottom" fmla="*/ 360000 h 359640"/>
            </a:gdLst>
            <a:ahLst/>
            <a:rect l="textAreaLeft" t="textAreaTop" r="textAreaRight" b="textAreaBottom"/>
            <a:pathLst>
              <a:path w="120000" h="120000">
                <a:moveTo>
                  <a:pt x="0" y="0"/>
                </a:moveTo>
                <a:lnTo>
                  <a:pt x="120000" y="0"/>
                </a:lnTo>
                <a:lnTo>
                  <a:pt x="120000" y="120000"/>
                </a:lnTo>
                <a:lnTo>
                  <a:pt x="0" y="120000"/>
                </a:lnTo>
                <a:close/>
              </a:path>
              <a:path fill="none" w="120000" h="120000">
                <a:moveTo>
                  <a:pt x="57919" y="92161"/>
                </a:moveTo>
                <a:lnTo>
                  <a:pt x="51931" y="560600"/>
                </a:lnTo>
              </a:path>
            </a:pathLst>
          </a:custGeom>
          <a:noFill/>
          <a:ln w="34925">
            <a:solidFill>
              <a:srgbClr val="c0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626" name="Google Shape;524;p12"/>
          <p:cNvSpPr/>
          <p:nvPr/>
        </p:nvSpPr>
        <p:spPr>
          <a:xfrm>
            <a:off x="510120" y="3857400"/>
            <a:ext cx="4104000" cy="1346040"/>
          </a:xfrm>
          <a:prstGeom prst="roundRect">
            <a:avLst>
              <a:gd name="adj" fmla="val 16667"/>
            </a:avLst>
          </a:prstGeom>
          <a:solidFill>
            <a:srgbClr val="9aadc3"/>
          </a:solidFill>
          <a:ln w="15875">
            <a:solidFill>
              <a:srgbClr val="3d5459"/>
            </a:solidFill>
            <a:round/>
          </a:ln>
        </p:spPr>
        <p:style>
          <a:lnRef idx="0"/>
          <a:fillRef idx="0"/>
          <a:effectRef idx="0"/>
          <a:fontRef idx="minor"/>
        </p:style>
        <p:txBody>
          <a:bodyPr lIns="0" rIns="0" tIns="0" bIns="0" anchor="ctr">
            <a:noAutofit/>
          </a:bodyPr>
          <a:p>
            <a:pPr marL="714240" indent="-627120">
              <a:lnSpc>
                <a:spcPct val="100000"/>
              </a:lnSpc>
              <a:tabLst>
                <a:tab algn="l" pos="0"/>
              </a:tabLst>
            </a:pPr>
            <a:r>
              <a:rPr b="1" lang="es-ES" sz="2400" spc="-1" strike="noStrike">
                <a:solidFill>
                  <a:schemeClr val="dk1"/>
                </a:solidFill>
                <a:latin typeface="Calibri"/>
                <a:ea typeface="Calibri"/>
              </a:rPr>
              <a:t>Hace que las cosas funcionen. </a:t>
            </a:r>
            <a:endParaRPr b="0" lang="es-AR" sz="2400" spc="-1" strike="noStrike">
              <a:solidFill>
                <a:srgbClr val="000000"/>
              </a:solidFill>
              <a:latin typeface="Arial"/>
            </a:endParaRPr>
          </a:p>
          <a:p>
            <a:pPr marL="714240" indent="-627120">
              <a:lnSpc>
                <a:spcPct val="100000"/>
              </a:lnSpc>
              <a:tabLst>
                <a:tab algn="l" pos="0"/>
              </a:tabLst>
            </a:pPr>
            <a:r>
              <a:rPr b="1" lang="es-ES" sz="2400" spc="-1" strike="noStrike">
                <a:solidFill>
                  <a:schemeClr val="dk1"/>
                </a:solidFill>
                <a:latin typeface="Calibri"/>
                <a:ea typeface="Calibri"/>
              </a:rPr>
              <a:t>Se aplican teorías, métodos y herramientas</a:t>
            </a:r>
            <a:r>
              <a:rPr b="0" lang="es-ES" sz="2000" spc="-1" strike="noStrike">
                <a:solidFill>
                  <a:schemeClr val="lt1"/>
                </a:solidFill>
                <a:latin typeface="Calibri"/>
                <a:ea typeface="Calibri"/>
              </a:rPr>
              <a:t>.</a:t>
            </a:r>
            <a:endParaRPr b="0" lang="es-AR" sz="2000" spc="-1" strike="noStrike">
              <a:solidFill>
                <a:srgbClr val="000000"/>
              </a:solidFill>
              <a:latin typeface="Arial"/>
            </a:endParaRPr>
          </a:p>
        </p:txBody>
      </p:sp>
      <p:cxnSp>
        <p:nvCxnSpPr>
          <p:cNvPr id="627" name="Google Shape;525;p12"/>
          <p:cNvCxnSpPr/>
          <p:nvPr/>
        </p:nvCxnSpPr>
        <p:spPr>
          <a:xfrm flipH="1">
            <a:off x="2228760" y="2219400"/>
            <a:ext cx="333720" cy="1743120"/>
          </a:xfrm>
          <a:prstGeom prst="straightConnector1">
            <a:avLst/>
          </a:prstGeom>
          <a:ln w="19050">
            <a:solidFill>
              <a:srgbClr val="549e39"/>
            </a:solidFill>
            <a:round/>
            <a:tailEnd len="med" type="stealth" w="med"/>
          </a:ln>
        </p:spPr>
      </p:cxnSp>
      <p:sp>
        <p:nvSpPr>
          <p:cNvPr id="628" name="Google Shape;526;p12"/>
          <p:cNvSpPr/>
          <p:nvPr/>
        </p:nvSpPr>
        <p:spPr>
          <a:xfrm>
            <a:off x="1147320" y="1859760"/>
            <a:ext cx="3240000" cy="359640"/>
          </a:xfrm>
          <a:prstGeom prst="rect">
            <a:avLst/>
          </a:prstGeom>
          <a:noFill/>
          <a:ln w="19050">
            <a:solidFill>
              <a:srgbClr val="3d5459"/>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629" name="Google Shape;527;p12"/>
          <p:cNvSpPr/>
          <p:nvPr/>
        </p:nvSpPr>
        <p:spPr>
          <a:xfrm>
            <a:off x="5991840" y="3578760"/>
            <a:ext cx="5265720" cy="2088000"/>
          </a:xfrm>
          <a:prstGeom prst="roundRect">
            <a:avLst>
              <a:gd name="adj" fmla="val 16667"/>
            </a:avLst>
          </a:prstGeom>
          <a:solidFill>
            <a:srgbClr val="8b8b8b"/>
          </a:solidFill>
          <a:ln w="15875">
            <a:solidFill>
              <a:srgbClr val="3d5459"/>
            </a:solidFill>
            <a:round/>
          </a:ln>
        </p:spPr>
        <p:style>
          <a:lnRef idx="0"/>
          <a:fillRef idx="0"/>
          <a:effectRef idx="0"/>
          <a:fontRef idx="minor"/>
        </p:style>
        <p:txBody>
          <a:bodyPr lIns="0" rIns="36000" tIns="0" bIns="0" anchor="ctr">
            <a:noAutofit/>
          </a:bodyPr>
          <a:p>
            <a:pPr marL="363600">
              <a:lnSpc>
                <a:spcPct val="100000"/>
              </a:lnSpc>
              <a:tabLst>
                <a:tab algn="l" pos="0"/>
              </a:tabLst>
            </a:pPr>
            <a:r>
              <a:rPr b="1" lang="es-ES" sz="2000" spc="-1" strike="noStrike">
                <a:solidFill>
                  <a:schemeClr val="dk1"/>
                </a:solidFill>
                <a:latin typeface="Calibri"/>
                <a:ea typeface="Calibri"/>
              </a:rPr>
              <a:t>No sólo comprende los procesos técnicos del desarrollo de software, sino también se realizan actividades como la gestión de proyectos y el desarrollo de herramientas, métodos y teorías de apoyo a la producción de software</a:t>
            </a:r>
            <a:endParaRPr b="0" lang="es-AR" sz="2000" spc="-1" strike="noStrike">
              <a:solidFill>
                <a:srgbClr val="000000"/>
              </a:solidFill>
              <a:latin typeface="Arial"/>
            </a:endParaRPr>
          </a:p>
        </p:txBody>
      </p:sp>
    </p:spTree>
  </p:cSld>
  <p:transition spd="med">
    <p:fade/>
  </p:transition>
  <p:timing>
    <p:tnLst>
      <p:par>
        <p:cTn id="105" dur="indefinite" restart="never" nodeType="tmRoot">
          <p:childTnLst>
            <p:seq>
              <p:cTn id="106" dur="indefinite" nodeType="mainSeq">
                <p:childTnLst>
                  <p:par>
                    <p:cTn id="107" fill="hold">
                      <p:stCondLst>
                        <p:cond delay="indefinite"/>
                      </p:stCondLst>
                      <p:childTnLst>
                        <p:par>
                          <p:cTn id="108" fill="hold">
                            <p:stCondLst>
                              <p:cond delay="0"/>
                            </p:stCondLst>
                            <p:childTnLst>
                              <p:par>
                                <p:cTn id="109" nodeType="clickEffect" fill="hold" presetClass="entr" presetID="1">
                                  <p:stCondLst>
                                    <p:cond delay="0"/>
                                  </p:stCondLst>
                                  <p:childTnLst>
                                    <p:set>
                                      <p:cBhvr>
                                        <p:cTn id="110" dur="1" fill="hold">
                                          <p:stCondLst>
                                            <p:cond delay="0"/>
                                          </p:stCondLst>
                                        </p:cTn>
                                        <p:tgtEl>
                                          <p:spTgt spid="628"/>
                                        </p:tgtEl>
                                        <p:attrNameLst>
                                          <p:attrName>style.visibility</p:attrName>
                                        </p:attrNameLst>
                                      </p:cBhvr>
                                      <p:to>
                                        <p:strVal val="visible"/>
                                      </p:to>
                                    </p:set>
                                  </p:childTnLst>
                                </p:cTn>
                              </p:par>
                              <p:par>
                                <p:cTn id="111" nodeType="withEffect" fill="hold" presetClass="entr" presetID="1">
                                  <p:stCondLst>
                                    <p:cond delay="0"/>
                                  </p:stCondLst>
                                  <p:childTnLst>
                                    <p:set>
                                      <p:cBhvr>
                                        <p:cTn id="112" dur="1" fill="hold">
                                          <p:stCondLst>
                                            <p:cond delay="0"/>
                                          </p:stCondLst>
                                        </p:cTn>
                                        <p:tgtEl>
                                          <p:spTgt spid="627"/>
                                        </p:tgtEl>
                                        <p:attrNameLst>
                                          <p:attrName>style.visibility</p:attrName>
                                        </p:attrNameLst>
                                      </p:cBhvr>
                                      <p:to>
                                        <p:strVal val="visible"/>
                                      </p:to>
                                    </p:set>
                                  </p:childTnLst>
                                </p:cTn>
                              </p:par>
                              <p:par>
                                <p:cTn id="113" nodeType="withEffect" fill="hold" presetClass="entr" presetID="1">
                                  <p:stCondLst>
                                    <p:cond delay="0"/>
                                  </p:stCondLst>
                                  <p:childTnLst>
                                    <p:set>
                                      <p:cBhvr>
                                        <p:cTn id="114" dur="1" fill="hold">
                                          <p:stCondLst>
                                            <p:cond delay="0"/>
                                          </p:stCondLst>
                                        </p:cTn>
                                        <p:tgtEl>
                                          <p:spTgt spid="62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625"/>
                                        </p:tgtEl>
                                        <p:attrNameLst>
                                          <p:attrName>style.visibility</p:attrName>
                                        </p:attrNameLst>
                                      </p:cBhvr>
                                      <p:to>
                                        <p:strVal val="visible"/>
                                      </p:to>
                                    </p:set>
                                  </p:childTnLst>
                                </p:cTn>
                              </p:par>
                              <p:par>
                                <p:cTn id="119" nodeType="withEffect" fill="hold" presetClass="entr" presetID="1">
                                  <p:stCondLst>
                                    <p:cond delay="0"/>
                                  </p:stCondLst>
                                  <p:childTnLst>
                                    <p:set>
                                      <p:cBhvr>
                                        <p:cTn id="120" dur="1" fill="hold">
                                          <p:stCondLst>
                                            <p:cond delay="0"/>
                                          </p:stCondLst>
                                        </p:cTn>
                                        <p:tgtEl>
                                          <p:spTgt spid="6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title"/>
          </p:nvPr>
        </p:nvSpPr>
        <p:spPr>
          <a:xfrm>
            <a:off x="1101600" y="286560"/>
            <a:ext cx="10098720" cy="1055880"/>
          </a:xfrm>
          <a:prstGeom prst="rect">
            <a:avLst/>
          </a:prstGeom>
          <a:noFill/>
          <a:ln w="0">
            <a:noFill/>
          </a:ln>
        </p:spPr>
        <p:txBody>
          <a:bodyPr anchor="b">
            <a:normAutofit fontScale="88000"/>
          </a:bodyPr>
          <a:p>
            <a:pPr indent="0">
              <a:lnSpc>
                <a:spcPct val="85000"/>
              </a:lnSpc>
              <a:buNone/>
              <a:tabLst>
                <a:tab algn="l" pos="0"/>
              </a:tabLst>
            </a:pPr>
            <a:r>
              <a:rPr b="1" lang="es-ES" sz="4400" spc="-1" strike="noStrike">
                <a:solidFill>
                  <a:srgbClr val="3f3f3f"/>
                </a:solidFill>
                <a:latin typeface="Calibri"/>
                <a:ea typeface="Calibri"/>
              </a:rPr>
              <a:t>¿Qué es la Ingeniería de software?</a:t>
            </a:r>
            <a:endParaRPr b="0" lang="es-AR" sz="4400" spc="-1" strike="noStrike">
              <a:solidFill>
                <a:srgbClr val="000000"/>
              </a:solidFill>
              <a:latin typeface="Arial"/>
            </a:endParaRPr>
          </a:p>
        </p:txBody>
      </p:sp>
      <p:sp>
        <p:nvSpPr>
          <p:cNvPr id="631" name="PlaceHolder 2"/>
          <p:cNvSpPr>
            <a:spLocks noGrp="1"/>
          </p:cNvSpPr>
          <p:nvPr>
            <p:ph/>
          </p:nvPr>
        </p:nvSpPr>
        <p:spPr>
          <a:xfrm>
            <a:off x="1101600" y="1845720"/>
            <a:ext cx="10098720" cy="4023000"/>
          </a:xfrm>
          <a:prstGeom prst="rect">
            <a:avLst/>
          </a:prstGeom>
          <a:noFill/>
          <a:ln w="0">
            <a:noFill/>
          </a:ln>
        </p:spPr>
        <p:txBody>
          <a:bodyPr lIns="0" rIns="0" anchor="t">
            <a:normAutofit/>
          </a:bodyPr>
          <a:p>
            <a:pPr marL="91440" indent="-91440">
              <a:lnSpc>
                <a:spcPct val="90000"/>
              </a:lnSpc>
              <a:buClr>
                <a:srgbClr val="549e39"/>
              </a:buClr>
              <a:buFont typeface="Calibri"/>
              <a:buChar char=" "/>
            </a:pPr>
            <a:r>
              <a:rPr b="0" lang="es-ES" sz="3200" spc="-1" strike="noStrike">
                <a:solidFill>
                  <a:srgbClr val="3f3f3f"/>
                </a:solidFill>
                <a:latin typeface="Calibri"/>
                <a:ea typeface="Calibri"/>
              </a:rPr>
              <a:t>La IEEE define a la Ingeniería de Software como: </a:t>
            </a:r>
            <a:endParaRPr b="0" lang="es-AR" sz="3200" spc="-1" strike="noStrike">
              <a:solidFill>
                <a:srgbClr val="000000"/>
              </a:solidFill>
              <a:latin typeface="Arial"/>
            </a:endParaRPr>
          </a:p>
          <a:p>
            <a:pPr marL="91440" indent="0">
              <a:lnSpc>
                <a:spcPct val="90000"/>
              </a:lnSpc>
              <a:spcBef>
                <a:spcPts val="1400"/>
              </a:spcBef>
              <a:buNone/>
              <a:tabLst>
                <a:tab algn="l" pos="0"/>
              </a:tabLst>
            </a:pPr>
            <a:endParaRPr b="0" lang="es-AR" sz="3200" spc="-1" strike="noStrike">
              <a:solidFill>
                <a:srgbClr val="000000"/>
              </a:solidFill>
              <a:latin typeface="Arial"/>
            </a:endParaRPr>
          </a:p>
          <a:p>
            <a:pPr lvl="2" marL="694800" indent="-343080">
              <a:lnSpc>
                <a:spcPct val="90000"/>
              </a:lnSpc>
              <a:spcBef>
                <a:spcPts val="400"/>
              </a:spcBef>
              <a:buClr>
                <a:srgbClr val="549e39"/>
              </a:buClr>
              <a:buFont typeface="Calibri"/>
              <a:buAutoNum type="arabicPeriod"/>
              <a:tabLst>
                <a:tab algn="l" pos="0"/>
              </a:tabLst>
            </a:pPr>
            <a:r>
              <a:rPr b="0" lang="es-ES" sz="2800" spc="-1" strike="noStrike">
                <a:solidFill>
                  <a:srgbClr val="3f3f3f"/>
                </a:solidFill>
                <a:latin typeface="Calibri"/>
                <a:ea typeface="Calibri"/>
              </a:rPr>
              <a:t>El uso de métodos sistemáticos, disciplinados y cuantificables para el desarrollo, operación y mantenimiento de software</a:t>
            </a:r>
            <a:endParaRPr b="0" lang="es-AR" sz="2800" spc="-1" strike="noStrike">
              <a:solidFill>
                <a:srgbClr val="000000"/>
              </a:solidFill>
              <a:latin typeface="Arial"/>
            </a:endParaRPr>
          </a:p>
          <a:p>
            <a:pPr lvl="2" marL="694800" indent="-343080">
              <a:lnSpc>
                <a:spcPct val="90000"/>
              </a:lnSpc>
              <a:spcBef>
                <a:spcPts val="601"/>
              </a:spcBef>
              <a:buClr>
                <a:srgbClr val="549e39"/>
              </a:buClr>
              <a:buFont typeface="Calibri"/>
              <a:buAutoNum type="arabicPeriod"/>
              <a:tabLst>
                <a:tab algn="l" pos="0"/>
              </a:tabLst>
            </a:pPr>
            <a:r>
              <a:rPr b="0" lang="es-ES" sz="2800" spc="-1" strike="noStrike">
                <a:solidFill>
                  <a:srgbClr val="3f3f3f"/>
                </a:solidFill>
                <a:latin typeface="Calibri"/>
                <a:ea typeface="Calibri"/>
              </a:rPr>
              <a:t>El estudio de técnicas relacionadas con 1</a:t>
            </a:r>
            <a:endParaRPr b="0" lang="es-AR" sz="2800" spc="-1" strike="noStrike">
              <a:solidFill>
                <a:srgbClr val="000000"/>
              </a:solidFill>
              <a:latin typeface="Arial"/>
            </a:endParaRPr>
          </a:p>
          <a:p>
            <a:pPr marL="91440" indent="0">
              <a:lnSpc>
                <a:spcPct val="90000"/>
              </a:lnSpc>
              <a:spcBef>
                <a:spcPts val="1599"/>
              </a:spcBef>
              <a:buNone/>
              <a:tabLst>
                <a:tab algn="l" pos="0"/>
              </a:tabLst>
            </a:pPr>
            <a:endParaRPr b="0" lang="es-AR" sz="2800" spc="-1" strike="noStrike">
              <a:solidFill>
                <a:srgbClr val="000000"/>
              </a:solidFill>
              <a:latin typeface="Arial"/>
            </a:endParaRPr>
          </a:p>
        </p:txBody>
      </p:sp>
      <p:sp>
        <p:nvSpPr>
          <p:cNvPr id="632" name="PlaceHolder 3"/>
          <p:cNvSpPr>
            <a:spLocks noGrp="1"/>
          </p:cNvSpPr>
          <p:nvPr>
            <p:ph type="sldNum" idx="53"/>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5A12C52E-C632-4EEA-8C40-B2AC723687F0}"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Tree>
  </p:cSld>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title"/>
          </p:nvPr>
        </p:nvSpPr>
        <p:spPr>
          <a:xfrm>
            <a:off x="1101600" y="286560"/>
            <a:ext cx="10098720" cy="968040"/>
          </a:xfrm>
          <a:prstGeom prst="rect">
            <a:avLst/>
          </a:prstGeom>
          <a:noFill/>
          <a:ln w="0">
            <a:noFill/>
          </a:ln>
        </p:spPr>
        <p:txBody>
          <a:bodyPr anchor="b">
            <a:normAutofit fontScale="87000"/>
          </a:bodyPr>
          <a:p>
            <a:pPr indent="0">
              <a:lnSpc>
                <a:spcPct val="85000"/>
              </a:lnSpc>
              <a:buNone/>
              <a:tabLst>
                <a:tab algn="l" pos="0"/>
              </a:tabLst>
            </a:pPr>
            <a:r>
              <a:rPr b="1" lang="es-ES" sz="4400" spc="-1" strike="noStrike">
                <a:solidFill>
                  <a:srgbClr val="3f3f3f"/>
                </a:solidFill>
                <a:latin typeface="Calibri"/>
                <a:ea typeface="Calibri"/>
              </a:rPr>
              <a:t>¿Qué es la Ingeniería de software?</a:t>
            </a:r>
            <a:endParaRPr b="0" lang="es-AR" sz="4400" spc="-1" strike="noStrike">
              <a:solidFill>
                <a:srgbClr val="000000"/>
              </a:solidFill>
              <a:latin typeface="Arial"/>
            </a:endParaRPr>
          </a:p>
        </p:txBody>
      </p:sp>
      <p:sp>
        <p:nvSpPr>
          <p:cNvPr id="634" name="PlaceHolder 2"/>
          <p:cNvSpPr>
            <a:spLocks noGrp="1"/>
          </p:cNvSpPr>
          <p:nvPr>
            <p:ph/>
          </p:nvPr>
        </p:nvSpPr>
        <p:spPr>
          <a:xfrm>
            <a:off x="1101600" y="1845720"/>
            <a:ext cx="10098720" cy="4023000"/>
          </a:xfrm>
          <a:prstGeom prst="rect">
            <a:avLst/>
          </a:prstGeom>
          <a:noFill/>
          <a:ln w="0">
            <a:noFill/>
          </a:ln>
        </p:spPr>
        <p:txBody>
          <a:bodyPr lIns="0" rIns="0" anchor="t">
            <a:normAutofit/>
          </a:bodyPr>
          <a:p>
            <a:pPr marL="91440" indent="-91440">
              <a:lnSpc>
                <a:spcPct val="90000"/>
              </a:lnSpc>
              <a:buClr>
                <a:srgbClr val="549e39"/>
              </a:buClr>
              <a:buFont typeface="Calibri"/>
              <a:buChar char=" "/>
            </a:pPr>
            <a:r>
              <a:rPr b="0" lang="es-ES" sz="2400" spc="-1" strike="noStrike">
                <a:solidFill>
                  <a:srgbClr val="3f3f3f"/>
                </a:solidFill>
                <a:latin typeface="Calibri"/>
                <a:ea typeface="Calibri"/>
              </a:rPr>
              <a:t>Usa métodos sistemáticos cuantificables </a:t>
            </a:r>
            <a:endParaRPr b="0" lang="es-AR" sz="2400" spc="-1" strike="noStrike">
              <a:solidFill>
                <a:srgbClr val="000000"/>
              </a:solidFill>
              <a:latin typeface="Arial"/>
            </a:endParaRPr>
          </a:p>
          <a:p>
            <a:pPr marL="91440" indent="0">
              <a:lnSpc>
                <a:spcPct val="90000"/>
              </a:lnSpc>
              <a:spcBef>
                <a:spcPts val="1400"/>
              </a:spcBef>
              <a:buNone/>
              <a:tabLst>
                <a:tab algn="l" pos="0"/>
              </a:tabLst>
            </a:pPr>
            <a:endParaRPr b="0" lang="es-AR" sz="2000" spc="-1" strike="noStrike">
              <a:solidFill>
                <a:srgbClr val="000000"/>
              </a:solidFill>
              <a:latin typeface="Arial"/>
            </a:endParaRPr>
          </a:p>
          <a:p>
            <a:pPr marL="91440" indent="0">
              <a:lnSpc>
                <a:spcPct val="90000"/>
              </a:lnSpc>
              <a:spcBef>
                <a:spcPts val="1400"/>
              </a:spcBef>
              <a:buNone/>
              <a:tabLst>
                <a:tab algn="l" pos="0"/>
              </a:tabLst>
            </a:pPr>
            <a:endParaRPr b="0" lang="es-AR" sz="2000" spc="-1" strike="noStrike">
              <a:solidFill>
                <a:srgbClr val="000000"/>
              </a:solidFill>
              <a:latin typeface="Arial"/>
            </a:endParaRPr>
          </a:p>
          <a:p>
            <a:pPr marL="91440" indent="-91440">
              <a:lnSpc>
                <a:spcPct val="90000"/>
              </a:lnSpc>
              <a:spcBef>
                <a:spcPts val="1400"/>
              </a:spcBef>
              <a:buClr>
                <a:srgbClr val="549e39"/>
              </a:buClr>
              <a:buFont typeface="Calibri"/>
              <a:buChar char=" "/>
              <a:tabLst>
                <a:tab algn="l" pos="0"/>
              </a:tabLst>
            </a:pPr>
            <a:r>
              <a:rPr b="0" lang="es-ES" sz="2400" spc="-1" strike="noStrike">
                <a:solidFill>
                  <a:srgbClr val="3f3f3f"/>
                </a:solidFill>
                <a:latin typeface="Calibri"/>
                <a:ea typeface="Calibri"/>
              </a:rPr>
              <a:t>Dentro de tiempos y costos estimados</a:t>
            </a:r>
            <a:r>
              <a:rPr b="0" lang="es-ES" sz="2000" spc="-1" strike="noStrike">
                <a:solidFill>
                  <a:srgbClr val="3f3f3f"/>
                </a:solidFill>
                <a:latin typeface="Calibri"/>
                <a:ea typeface="Calibri"/>
              </a:rPr>
              <a:t> </a:t>
            </a:r>
            <a:endParaRPr b="0" lang="es-AR" sz="2000" spc="-1" strike="noStrike">
              <a:solidFill>
                <a:srgbClr val="000000"/>
              </a:solidFill>
              <a:latin typeface="Arial"/>
            </a:endParaRPr>
          </a:p>
          <a:p>
            <a:pPr marL="91440" indent="0">
              <a:lnSpc>
                <a:spcPct val="90000"/>
              </a:lnSpc>
              <a:spcBef>
                <a:spcPts val="1400"/>
              </a:spcBef>
              <a:buNone/>
              <a:tabLst>
                <a:tab algn="l" pos="0"/>
              </a:tabLst>
            </a:pPr>
            <a:endParaRPr b="0" lang="es-AR" sz="2000" spc="-1" strike="noStrike">
              <a:solidFill>
                <a:srgbClr val="000000"/>
              </a:solidFill>
              <a:latin typeface="Arial"/>
            </a:endParaRPr>
          </a:p>
          <a:p>
            <a:pPr marL="91440" indent="0">
              <a:lnSpc>
                <a:spcPct val="90000"/>
              </a:lnSpc>
              <a:spcBef>
                <a:spcPts val="1400"/>
              </a:spcBef>
              <a:buNone/>
              <a:tabLst>
                <a:tab algn="l" pos="0"/>
              </a:tabLst>
            </a:pPr>
            <a:endParaRPr b="0" lang="es-AR" sz="2000" spc="-1" strike="noStrike">
              <a:solidFill>
                <a:srgbClr val="000000"/>
              </a:solidFill>
              <a:latin typeface="Arial"/>
            </a:endParaRPr>
          </a:p>
          <a:p>
            <a:pPr marL="91440" indent="-91440">
              <a:lnSpc>
                <a:spcPct val="90000"/>
              </a:lnSpc>
              <a:spcBef>
                <a:spcPts val="1400"/>
              </a:spcBef>
              <a:buClr>
                <a:srgbClr val="549e39"/>
              </a:buClr>
              <a:buFont typeface="Calibri"/>
              <a:buChar char=" "/>
              <a:tabLst>
                <a:tab algn="l" pos="0"/>
              </a:tabLst>
            </a:pPr>
            <a:r>
              <a:rPr b="0" lang="es-ES" sz="2400" spc="-1" strike="noStrike">
                <a:solidFill>
                  <a:srgbClr val="3f3f3f"/>
                </a:solidFill>
                <a:latin typeface="Calibri"/>
                <a:ea typeface="Calibri"/>
              </a:rPr>
              <a:t>Para el “Desarrollo, operación y mantenimiento” </a:t>
            </a:r>
            <a:endParaRPr b="0" lang="es-AR" sz="2400" spc="-1" strike="noStrike">
              <a:solidFill>
                <a:srgbClr val="000000"/>
              </a:solidFill>
              <a:latin typeface="Arial"/>
            </a:endParaRPr>
          </a:p>
        </p:txBody>
      </p:sp>
      <p:sp>
        <p:nvSpPr>
          <p:cNvPr id="635" name="PlaceHolder 3"/>
          <p:cNvSpPr>
            <a:spLocks noGrp="1"/>
          </p:cNvSpPr>
          <p:nvPr>
            <p:ph type="sldNum" idx="54"/>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966311F1-CA8A-40B8-ABA1-81E7895D11BA}"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36" name="PlaceHolder 4"/>
          <p:cNvSpPr>
            <a:spLocks noGrp="1"/>
          </p:cNvSpPr>
          <p:nvPr>
            <p:ph/>
          </p:nvPr>
        </p:nvSpPr>
        <p:spPr>
          <a:xfrm>
            <a:off x="6151320" y="2416320"/>
            <a:ext cx="4682880" cy="2015640"/>
          </a:xfrm>
          <a:prstGeom prst="rect">
            <a:avLst/>
          </a:prstGeom>
          <a:solidFill>
            <a:srgbClr val="597b1c"/>
          </a:solidFill>
          <a:ln w="0">
            <a:noFill/>
          </a:ln>
        </p:spPr>
        <p:txBody>
          <a:bodyPr lIns="0" rIns="0" anchor="ctr">
            <a:normAutofit/>
          </a:bodyPr>
          <a:p>
            <a:pPr marL="91440" indent="-91440">
              <a:lnSpc>
                <a:spcPct val="90000"/>
              </a:lnSpc>
              <a:buClr>
                <a:srgbClr val="549e39"/>
              </a:buClr>
              <a:buFont typeface="Calibri"/>
              <a:buChar char=" "/>
            </a:pPr>
            <a:r>
              <a:rPr b="0" lang="es-ES" sz="2000" spc="-1" strike="noStrike">
                <a:solidFill>
                  <a:schemeClr val="dk1"/>
                </a:solidFill>
                <a:latin typeface="Calibri"/>
                <a:ea typeface="Calibri"/>
              </a:rPr>
              <a:t>Un Ingeniero de Software debe cumplir contratos en tiempo y costos como es normal en obras de Ingeniería. Ello presupone la capacidad de medir, estimar, planificar y administrar proyectos.</a:t>
            </a:r>
            <a:endParaRPr b="0" lang="es-AR" sz="2000" spc="-1" strike="noStrike">
              <a:solidFill>
                <a:srgbClr val="000000"/>
              </a:solidFill>
              <a:latin typeface="Arial"/>
            </a:endParaRPr>
          </a:p>
        </p:txBody>
      </p:sp>
      <p:sp>
        <p:nvSpPr>
          <p:cNvPr id="637" name="Google Shape;543;p14"/>
          <p:cNvSpPr/>
          <p:nvPr/>
        </p:nvSpPr>
        <p:spPr>
          <a:xfrm>
            <a:off x="6464160" y="909720"/>
            <a:ext cx="5256360" cy="1872000"/>
          </a:xfrm>
          <a:prstGeom prst="rect">
            <a:avLst/>
          </a:prstGeom>
          <a:solidFill>
            <a:srgbClr val="bfbfbf"/>
          </a:solidFill>
          <a:ln w="0">
            <a:noFill/>
          </a:ln>
        </p:spPr>
        <p:style>
          <a:lnRef idx="0"/>
          <a:fillRef idx="0"/>
          <a:effectRef idx="0"/>
          <a:fontRef idx="minor"/>
        </p:style>
        <p:txBody>
          <a:bodyPr anchor="ctr">
            <a:noAutofit/>
          </a:bodyPr>
          <a:p>
            <a:pPr algn="just">
              <a:lnSpc>
                <a:spcPct val="100000"/>
              </a:lnSpc>
              <a:tabLst>
                <a:tab algn="l" pos="0"/>
              </a:tabLst>
            </a:pPr>
            <a:r>
              <a:rPr b="0" lang="es-ES" sz="2000" spc="-1" strike="noStrike">
                <a:solidFill>
                  <a:schemeClr val="dk1"/>
                </a:solidFill>
                <a:latin typeface="Calibri"/>
                <a:ea typeface="Calibri"/>
              </a:rPr>
              <a:t>La cuantificación rigurosa de recursos, procesos y productos es una precondición para optimizar productividad y calidad. La “metrificación” y el control estadístico de procesos son claves en Ingeniería de Software.</a:t>
            </a:r>
            <a:endParaRPr b="0" lang="es-AR" sz="2000" spc="-1" strike="noStrike">
              <a:solidFill>
                <a:srgbClr val="000000"/>
              </a:solidFill>
              <a:latin typeface="Arial"/>
            </a:endParaRPr>
          </a:p>
        </p:txBody>
      </p:sp>
      <p:sp>
        <p:nvSpPr>
          <p:cNvPr id="638" name="Google Shape;544;p14"/>
          <p:cNvSpPr/>
          <p:nvPr/>
        </p:nvSpPr>
        <p:spPr>
          <a:xfrm>
            <a:off x="6320160" y="5058000"/>
            <a:ext cx="5400000" cy="1583640"/>
          </a:xfrm>
          <a:prstGeom prst="rect">
            <a:avLst/>
          </a:prstGeom>
          <a:solidFill>
            <a:srgbClr val="4c72aa"/>
          </a:solidFill>
          <a:ln w="0">
            <a:noFill/>
          </a:ln>
        </p:spPr>
        <p:style>
          <a:lnRef idx="0"/>
          <a:fillRef idx="0"/>
          <a:effectRef idx="0"/>
          <a:fontRef idx="minor"/>
        </p:style>
        <p:txBody>
          <a:bodyPr anchor="ctr">
            <a:noAutofit/>
          </a:bodyPr>
          <a:p>
            <a:pPr marL="68760" indent="-68760">
              <a:lnSpc>
                <a:spcPct val="85000"/>
              </a:lnSpc>
              <a:buClr>
                <a:srgbClr val="c00000"/>
              </a:buClr>
              <a:buFont typeface="Arial"/>
              <a:buChar char="»"/>
            </a:pPr>
            <a:r>
              <a:rPr b="0" lang="es-ES" sz="2000" spc="-1" strike="noStrike">
                <a:solidFill>
                  <a:schemeClr val="dk1"/>
                </a:solidFill>
                <a:latin typeface="Calibri"/>
                <a:ea typeface="Calibri"/>
              </a:rPr>
              <a:t>La Ingeniería de Software se ocupa de todo el ciclo de vida</a:t>
            </a:r>
            <a:r>
              <a:rPr b="0" lang="es-ES" sz="2000" spc="-1" strike="noStrike">
                <a:solidFill>
                  <a:schemeClr val="lt1"/>
                </a:solidFill>
                <a:latin typeface="Calibri"/>
                <a:ea typeface="Calibri"/>
              </a:rPr>
              <a:t> </a:t>
            </a:r>
            <a:r>
              <a:rPr b="0" lang="es-ES" sz="2000" spc="-1" strike="noStrike">
                <a:solidFill>
                  <a:schemeClr val="dk1"/>
                </a:solidFill>
                <a:latin typeface="Calibri"/>
                <a:ea typeface="Calibri"/>
              </a:rPr>
              <a:t>de un producto, desde su etapa inicial de planificación y análisis de requerimientos hasta la estrategia para determinar cuándo y cómo debe ser retirado de servicio.</a:t>
            </a:r>
            <a:endParaRPr b="0" lang="es-AR" sz="2000" spc="-1" strike="noStrike">
              <a:solidFill>
                <a:srgbClr val="000000"/>
              </a:solidFill>
              <a:latin typeface="Arial"/>
            </a:endParaRPr>
          </a:p>
        </p:txBody>
      </p:sp>
    </p:spTree>
  </p:cSld>
  <p:transition spd="med">
    <p:fade/>
  </p:transition>
  <p:timing>
    <p:tnLst>
      <p:par>
        <p:cTn id="121" dur="indefinite" restart="never" nodeType="tmRoot">
          <p:childTnLst>
            <p:seq>
              <p:cTn id="122" dur="indefinite" nodeType="mainSeq">
                <p:childTnLst>
                  <p:par>
                    <p:cTn id="123" fill="hold">
                      <p:stCondLst>
                        <p:cond delay="indefinite"/>
                      </p:stCondLst>
                      <p:childTnLst>
                        <p:par>
                          <p:cTn id="124" fill="hold">
                            <p:stCondLst>
                              <p:cond delay="0"/>
                            </p:stCondLst>
                            <p:childTnLst>
                              <p:par>
                                <p:cTn id="125" nodeType="clickEffect" fill="hold" presetClass="entr" presetID="1">
                                  <p:stCondLst>
                                    <p:cond delay="0"/>
                                  </p:stCondLst>
                                  <p:childTnLst>
                                    <p:set>
                                      <p:cBhvr>
                                        <p:cTn id="126" dur="1" fill="hold">
                                          <p:stCondLst>
                                            <p:cond delay="0"/>
                                          </p:stCondLst>
                                        </p:cTn>
                                        <p:tgtEl>
                                          <p:spTgt spid="634">
                                            <p:txEl>
                                              <p:pRg st="0" end="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nodeType="clickEffect" fill="hold" presetClass="entr" presetID="1">
                                  <p:stCondLst>
                                    <p:cond delay="0"/>
                                  </p:stCondLst>
                                  <p:childTnLst>
                                    <p:set>
                                      <p:cBhvr>
                                        <p:cTn id="130" dur="1" fill="hold">
                                          <p:stCondLst>
                                            <p:cond delay="0"/>
                                          </p:stCondLst>
                                        </p:cTn>
                                        <p:tgtEl>
                                          <p:spTgt spid="634">
                                            <p:txEl>
                                              <p:pRg st="3" end="3"/>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nodeType="clickEffect" fill="hold" presetClass="entr" presetID="1">
                                  <p:stCondLst>
                                    <p:cond delay="0"/>
                                  </p:stCondLst>
                                  <p:childTnLst>
                                    <p:set>
                                      <p:cBhvr>
                                        <p:cTn id="134" dur="1" fill="hold">
                                          <p:stCondLst>
                                            <p:cond delay="0"/>
                                          </p:stCondLst>
                                        </p:cTn>
                                        <p:tgtEl>
                                          <p:spTgt spid="634">
                                            <p:txEl>
                                              <p:pRg st="6" end="6"/>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nodeType="clickEffect" fill="hold" presetClass="entr" presetID="10">
                                  <p:stCondLst>
                                    <p:cond delay="0"/>
                                  </p:stCondLst>
                                  <p:childTnLst>
                                    <p:set>
                                      <p:cBhvr>
                                        <p:cTn id="138" dur="1" fill="hold">
                                          <p:stCondLst>
                                            <p:cond delay="0"/>
                                          </p:stCondLst>
                                        </p:cTn>
                                        <p:tgtEl>
                                          <p:spTgt spid="637"/>
                                        </p:tgtEl>
                                        <p:attrNameLst>
                                          <p:attrName>style.visibility</p:attrName>
                                        </p:attrNameLst>
                                      </p:cBhvr>
                                      <p:to>
                                        <p:strVal val="visible"/>
                                      </p:to>
                                    </p:set>
                                    <p:animEffect filter="fade" transition="in">
                                      <p:cBhvr additive="repl">
                                        <p:cTn id="139" dur="2000"/>
                                        <p:tgtEl>
                                          <p:spTgt spid="637"/>
                                        </p:tgtEl>
                                      </p:cBhvr>
                                    </p:animEffect>
                                  </p:childTnLst>
                                </p:cTn>
                              </p:par>
                            </p:childTnLst>
                          </p:cTn>
                        </p:par>
                      </p:childTnLst>
                    </p:cTn>
                  </p:par>
                  <p:par>
                    <p:cTn id="140" fill="hold">
                      <p:stCondLst>
                        <p:cond delay="indefinite"/>
                      </p:stCondLst>
                      <p:childTnLst>
                        <p:par>
                          <p:cTn id="141" fill="hold">
                            <p:stCondLst>
                              <p:cond delay="0"/>
                            </p:stCondLst>
                            <p:childTnLst>
                              <p:par>
                                <p:cTn id="142" nodeType="clickEffect" fill="hold" presetClass="entr" presetID="1">
                                  <p:stCondLst>
                                    <p:cond delay="0"/>
                                  </p:stCondLst>
                                  <p:childTnLst>
                                    <p:set>
                                      <p:cBhvr>
                                        <p:cTn id="143" dur="1" fill="hold">
                                          <p:stCondLst>
                                            <p:cond delay="0"/>
                                          </p:stCondLst>
                                        </p:cTn>
                                        <p:tgtEl>
                                          <p:spTgt spid="636"/>
                                        </p:tgtEl>
                                        <p:attrNameLst>
                                          <p:attrName>style.visibility</p:attrName>
                                        </p:attrNameLst>
                                      </p:cBhvr>
                                      <p:to>
                                        <p:strVal val="visible"/>
                                      </p:to>
                                    </p:set>
                                  </p:childTnLst>
                                </p:cTn>
                              </p:par>
                              <p:par>
                                <p:cTn id="144" nodeType="withEffect" fill="hold" presetClass="entr" presetID="1">
                                  <p:stCondLst>
                                    <p:cond delay="0"/>
                                  </p:stCondLst>
                                  <p:childTnLst>
                                    <p:set>
                                      <p:cBhvr>
                                        <p:cTn id="145" dur="1" fill="hold">
                                          <p:stCondLst>
                                            <p:cond delay="0"/>
                                          </p:stCondLst>
                                        </p:cTn>
                                        <p:tgtEl>
                                          <p:spTgt spid="636">
                                            <p:txEl>
                                              <p:pRg st="0" end="0"/>
                                            </p:txEl>
                                          </p:spTgt>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nodeType="clickEffect" fill="hold" presetClass="entr" presetID="10">
                                  <p:stCondLst>
                                    <p:cond delay="0"/>
                                  </p:stCondLst>
                                  <p:childTnLst>
                                    <p:set>
                                      <p:cBhvr>
                                        <p:cTn id="149" dur="1" fill="hold">
                                          <p:stCondLst>
                                            <p:cond delay="0"/>
                                          </p:stCondLst>
                                        </p:cTn>
                                        <p:tgtEl>
                                          <p:spTgt spid="638"/>
                                        </p:tgtEl>
                                        <p:attrNameLst>
                                          <p:attrName>style.visibility</p:attrName>
                                        </p:attrNameLst>
                                      </p:cBhvr>
                                      <p:to>
                                        <p:strVal val="visible"/>
                                      </p:to>
                                    </p:set>
                                    <p:animEffect filter="fade" transition="in">
                                      <p:cBhvr additive="repl">
                                        <p:cTn id="150" dur="1000"/>
                                        <p:tgtEl>
                                          <p:spTgt spid="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title"/>
          </p:nvPr>
        </p:nvSpPr>
        <p:spPr>
          <a:xfrm>
            <a:off x="626040" y="643320"/>
            <a:ext cx="10815840" cy="1128960"/>
          </a:xfrm>
          <a:prstGeom prst="rect">
            <a:avLst/>
          </a:prstGeom>
          <a:noFill/>
          <a:ln w="0">
            <a:noFill/>
          </a:ln>
        </p:spPr>
        <p:txBody>
          <a:bodyPr anchor="b">
            <a:normAutofit fontScale="93000"/>
          </a:bodyPr>
          <a:p>
            <a:pPr indent="0">
              <a:lnSpc>
                <a:spcPct val="85000"/>
              </a:lnSpc>
              <a:buNone/>
              <a:tabLst>
                <a:tab algn="l" pos="0"/>
              </a:tabLst>
            </a:pPr>
            <a:r>
              <a:rPr b="1" lang="es-ES" sz="4400" spc="-1" strike="noStrike">
                <a:solidFill>
                  <a:srgbClr val="3f3f3f"/>
                </a:solidFill>
                <a:latin typeface="Calibri"/>
                <a:ea typeface="Calibri"/>
              </a:rPr>
              <a:t>Participantes en el Desarrollo del Software</a:t>
            </a:r>
            <a:endParaRPr b="0" lang="es-AR" sz="4400" spc="-1" strike="noStrike">
              <a:solidFill>
                <a:srgbClr val="000000"/>
              </a:solidFill>
              <a:latin typeface="Arial"/>
            </a:endParaRPr>
          </a:p>
        </p:txBody>
      </p:sp>
      <p:sp>
        <p:nvSpPr>
          <p:cNvPr id="640" name="PlaceHolder 2"/>
          <p:cNvSpPr>
            <a:spLocks noGrp="1"/>
          </p:cNvSpPr>
          <p:nvPr>
            <p:ph type="sldNum" idx="55"/>
          </p:nvPr>
        </p:nvSpPr>
        <p:spPr>
          <a:xfrm>
            <a:off x="9286560" y="2852640"/>
            <a:ext cx="2937600" cy="104832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6C1ADAFD-2838-4E15-AD43-B56C89E29E5F}"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pic>
        <p:nvPicPr>
          <p:cNvPr id="641" name="Google Shape;551;p15" descr=""/>
          <p:cNvPicPr/>
          <p:nvPr/>
        </p:nvPicPr>
        <p:blipFill>
          <a:blip r:embed="rId1"/>
          <a:stretch/>
        </p:blipFill>
        <p:spPr>
          <a:xfrm>
            <a:off x="1260720" y="1821600"/>
            <a:ext cx="5139720" cy="4320360"/>
          </a:xfrm>
          <a:prstGeom prst="rect">
            <a:avLst/>
          </a:prstGeom>
          <a:ln w="0">
            <a:noFill/>
          </a:ln>
        </p:spPr>
      </p:pic>
      <p:sp>
        <p:nvSpPr>
          <p:cNvPr id="642" name="Google Shape;552;p15"/>
          <p:cNvSpPr/>
          <p:nvPr/>
        </p:nvSpPr>
        <p:spPr>
          <a:xfrm>
            <a:off x="6120720" y="2551680"/>
            <a:ext cx="5136840" cy="2011320"/>
          </a:xfrm>
          <a:prstGeom prst="rect">
            <a:avLst/>
          </a:prstGeom>
          <a:noFill/>
          <a:ln w="0">
            <a:noFill/>
          </a:ln>
        </p:spPr>
        <p:style>
          <a:lnRef idx="0"/>
          <a:fillRef idx="0"/>
          <a:effectRef idx="0"/>
          <a:fontRef idx="minor"/>
        </p:style>
        <p:txBody>
          <a:bodyPr anchor="t">
            <a:spAutoFit/>
          </a:bodyPr>
          <a:p>
            <a:pPr marL="285840" indent="-285840">
              <a:lnSpc>
                <a:spcPct val="100000"/>
              </a:lnSpc>
              <a:buClr>
                <a:srgbClr val="000000"/>
              </a:buClr>
              <a:buFont typeface="Noto Sans Symbols"/>
              <a:buChar char="❑"/>
            </a:pPr>
            <a:r>
              <a:rPr b="0" lang="es-ES" sz="1800" spc="-1" strike="noStrike">
                <a:solidFill>
                  <a:srgbClr val="000000"/>
                </a:solidFill>
                <a:latin typeface="Calibri"/>
                <a:ea typeface="Calibri"/>
              </a:rPr>
              <a:t>Gerentes ejecutivos (dueños del producto)</a:t>
            </a:r>
            <a:endParaRPr b="0" lang="es-AR" sz="1800" spc="-1" strike="noStrike">
              <a:solidFill>
                <a:srgbClr val="000000"/>
              </a:solidFill>
              <a:latin typeface="Arial"/>
            </a:endParaRPr>
          </a:p>
          <a:p>
            <a:pPr lvl="3" marL="285840" indent="-285840">
              <a:lnSpc>
                <a:spcPct val="100000"/>
              </a:lnSpc>
              <a:buClr>
                <a:srgbClr val="000000"/>
              </a:buClr>
              <a:buFont typeface="Noto Sans Symbols"/>
              <a:buChar char="❑"/>
            </a:pPr>
            <a:r>
              <a:rPr b="0" lang="es-ES" sz="1800" spc="-1" strike="noStrike">
                <a:solidFill>
                  <a:srgbClr val="000000"/>
                </a:solidFill>
                <a:latin typeface="Calibri"/>
                <a:ea typeface="Calibri"/>
              </a:rPr>
              <a:t>Gerente de proyecto (líder de equipo</a:t>
            </a:r>
            <a:endParaRPr b="0" lang="es-AR" sz="1800" spc="-1" strike="noStrike">
              <a:solidFill>
                <a:srgbClr val="000000"/>
              </a:solidFill>
              <a:latin typeface="Arial"/>
            </a:endParaRPr>
          </a:p>
          <a:p>
            <a:pPr lvl="3" marL="285840" indent="-285840">
              <a:lnSpc>
                <a:spcPct val="100000"/>
              </a:lnSpc>
              <a:buClr>
                <a:srgbClr val="000000"/>
              </a:buClr>
              <a:buFont typeface="Noto Sans Symbols"/>
              <a:buChar char="❑"/>
            </a:pPr>
            <a:r>
              <a:rPr b="0" lang="es-ES" sz="1800" spc="-1" strike="noStrike">
                <a:solidFill>
                  <a:srgbClr val="000000"/>
                </a:solidFill>
                <a:latin typeface="Calibri"/>
                <a:ea typeface="Calibri"/>
              </a:rPr>
              <a:t>Profesionales especializados</a:t>
            </a:r>
            <a:r>
              <a:rPr b="0" lang="es-ES" sz="1800" spc="-1" strike="noStrike">
                <a:solidFill>
                  <a:srgbClr val="000000"/>
                </a:solidFill>
                <a:latin typeface="Calibri"/>
                <a:ea typeface="Calibri"/>
              </a:rPr>
              <a:t>	</a:t>
            </a:r>
            <a:r>
              <a:rPr b="0" lang="es-ES" sz="1800" spc="-1" strike="noStrike">
                <a:solidFill>
                  <a:srgbClr val="000000"/>
                </a:solidFill>
                <a:latin typeface="Calibri"/>
                <a:ea typeface="Calibri"/>
              </a:rPr>
              <a:t>	</a:t>
            </a:r>
            <a:endParaRPr b="0" lang="es-AR" sz="1800" spc="-1" strike="noStrike">
              <a:solidFill>
                <a:srgbClr val="000000"/>
              </a:solidFill>
              <a:latin typeface="Arial"/>
            </a:endParaRPr>
          </a:p>
          <a:p>
            <a:pPr lvl="3" marL="285840" indent="-285840">
              <a:lnSpc>
                <a:spcPct val="100000"/>
              </a:lnSpc>
              <a:buClr>
                <a:srgbClr val="000000"/>
              </a:buClr>
              <a:buFont typeface="Noto Sans Symbols"/>
              <a:buChar char="❑"/>
            </a:pPr>
            <a:r>
              <a:rPr b="0" lang="es-ES" sz="1800" spc="-1" strike="noStrike">
                <a:solidFill>
                  <a:srgbClr val="000000"/>
                </a:solidFill>
                <a:latin typeface="Calibri"/>
                <a:ea typeface="Calibri"/>
              </a:rPr>
              <a:t>Clientes</a:t>
            </a:r>
            <a:endParaRPr b="0" lang="es-AR" sz="1800" spc="-1" strike="noStrike">
              <a:solidFill>
                <a:srgbClr val="000000"/>
              </a:solidFill>
              <a:latin typeface="Arial"/>
            </a:endParaRPr>
          </a:p>
          <a:p>
            <a:pPr lvl="3" marL="285840" indent="-285840">
              <a:lnSpc>
                <a:spcPct val="100000"/>
              </a:lnSpc>
              <a:buClr>
                <a:srgbClr val="000000"/>
              </a:buClr>
              <a:buFont typeface="Noto Sans Symbols"/>
              <a:buChar char="❑"/>
            </a:pPr>
            <a:r>
              <a:rPr b="0" lang="es-ES" sz="1800" spc="-1" strike="noStrike">
                <a:solidFill>
                  <a:srgbClr val="000000"/>
                </a:solidFill>
                <a:latin typeface="Calibri"/>
                <a:ea typeface="Calibri"/>
              </a:rPr>
              <a:t>Usuarios finales </a:t>
            </a:r>
            <a:endParaRPr b="0" lang="es-AR" sz="1800" spc="-1" strike="noStrike">
              <a:solidFill>
                <a:srgbClr val="000000"/>
              </a:solidFill>
              <a:latin typeface="Arial"/>
            </a:endParaRPr>
          </a:p>
          <a:p>
            <a:pPr marL="285840" indent="-171360">
              <a:lnSpc>
                <a:spcPct val="100000"/>
              </a:lnSpc>
              <a:tabLst>
                <a:tab algn="l" pos="0"/>
              </a:tabLst>
            </a:pPr>
            <a:endParaRPr b="0" lang="es-AR" sz="1800" spc="-1" strike="noStrike">
              <a:solidFill>
                <a:srgbClr val="000000"/>
              </a:solidFill>
              <a:latin typeface="Arial"/>
            </a:endParaRPr>
          </a:p>
        </p:txBody>
      </p:sp>
      <p:sp>
        <p:nvSpPr>
          <p:cNvPr id="643" name="Google Shape;553;p15"/>
          <p:cNvSpPr/>
          <p:nvPr/>
        </p:nvSpPr>
        <p:spPr>
          <a:xfrm>
            <a:off x="10262880" y="2919600"/>
            <a:ext cx="132120" cy="509040"/>
          </a:xfrm>
          <a:prstGeom prst="rightBracket">
            <a:avLst>
              <a:gd name="adj" fmla="val 8333"/>
            </a:avLst>
          </a:prstGeom>
          <a:noFill/>
          <a:ln w="19050">
            <a:solidFill>
              <a:srgbClr val="8b112e"/>
            </a:solidFill>
            <a:round/>
          </a:ln>
        </p:spPr>
        <p:style>
          <a:lnRef idx="0"/>
          <a:fillRef idx="0"/>
          <a:effectRef idx="0"/>
          <a:fontRef idx="minor"/>
        </p:style>
        <p:txBody>
          <a:bodyPr anchor="ctr">
            <a:noAutofit/>
          </a:bodyPr>
          <a:p>
            <a:pPr algn="ctr">
              <a:lnSpc>
                <a:spcPct val="100000"/>
              </a:lnSpc>
              <a:tabLst>
                <a:tab algn="l" pos="0"/>
              </a:tabLst>
            </a:pPr>
            <a:endParaRPr b="0" lang="es-AR" sz="1400" spc="-1" strike="noStrike">
              <a:solidFill>
                <a:schemeClr val="dk1"/>
              </a:solidFill>
              <a:latin typeface="Arial"/>
              <a:ea typeface="Arial"/>
            </a:endParaRPr>
          </a:p>
        </p:txBody>
      </p:sp>
      <p:sp>
        <p:nvSpPr>
          <p:cNvPr id="644" name="Google Shape;554;p15"/>
          <p:cNvSpPr/>
          <p:nvPr/>
        </p:nvSpPr>
        <p:spPr>
          <a:xfrm>
            <a:off x="10599120" y="3035880"/>
            <a:ext cx="928080" cy="7009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s-ES" sz="2000" spc="-1" strike="noStrike">
                <a:solidFill>
                  <a:srgbClr val="000000"/>
                </a:solidFill>
                <a:latin typeface="Calibri"/>
                <a:ea typeface="Calibri"/>
              </a:rPr>
              <a:t>equipo</a:t>
            </a:r>
            <a:endParaRPr b="0" lang="es-AR" sz="2000" spc="-1" strike="noStrike">
              <a:solidFill>
                <a:srgbClr val="000000"/>
              </a:solidFill>
              <a:latin typeface="Arial"/>
            </a:endParaRPr>
          </a:p>
        </p:txBody>
      </p:sp>
      <p:sp>
        <p:nvSpPr>
          <p:cNvPr id="645" name="Google Shape;555;p15"/>
          <p:cNvSpPr/>
          <p:nvPr/>
        </p:nvSpPr>
        <p:spPr>
          <a:xfrm>
            <a:off x="5679360" y="6467400"/>
            <a:ext cx="1644480" cy="4561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200" spc="-1" strike="noStrike">
                <a:solidFill>
                  <a:srgbClr val="bfbfbf"/>
                </a:solidFill>
                <a:latin typeface="Calibri"/>
                <a:ea typeface="Calibri"/>
              </a:rPr>
              <a:t>Pressman .2021 Cap 24</a:t>
            </a:r>
            <a:endParaRPr b="0" lang="es-AR" sz="1200" spc="-1" strike="noStrike">
              <a:solidFill>
                <a:srgbClr val="000000"/>
              </a:solidFill>
              <a:latin typeface="Arial"/>
            </a:endParaRPr>
          </a:p>
        </p:txBody>
      </p:sp>
    </p:spTree>
  </p:cSld>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title"/>
          </p:nvPr>
        </p:nvSpPr>
        <p:spPr>
          <a:xfrm>
            <a:off x="648000" y="188640"/>
            <a:ext cx="8823960" cy="992880"/>
          </a:xfrm>
          <a:prstGeom prst="rect">
            <a:avLst/>
          </a:prstGeom>
          <a:noFill/>
          <a:ln w="0">
            <a:noFill/>
          </a:ln>
        </p:spPr>
        <p:txBody>
          <a:bodyPr anchor="b">
            <a:normAutofit fontScale="88000"/>
          </a:bodyPr>
          <a:p>
            <a:pPr indent="0">
              <a:lnSpc>
                <a:spcPct val="85000"/>
              </a:lnSpc>
              <a:buNone/>
              <a:tabLst>
                <a:tab algn="l" pos="0"/>
              </a:tabLst>
            </a:pPr>
            <a:r>
              <a:rPr b="1" lang="es-ES" sz="4400" spc="-1" strike="noStrike">
                <a:solidFill>
                  <a:srgbClr val="3f3f3f"/>
                </a:solidFill>
                <a:latin typeface="Calibri"/>
                <a:ea typeface="Calibri"/>
              </a:rPr>
              <a:t>Un poco de historia sobre la IS</a:t>
            </a:r>
            <a:endParaRPr b="0" lang="es-AR" sz="4400" spc="-1" strike="noStrike">
              <a:solidFill>
                <a:srgbClr val="000000"/>
              </a:solidFill>
              <a:latin typeface="Arial"/>
            </a:endParaRPr>
          </a:p>
        </p:txBody>
      </p:sp>
      <p:sp>
        <p:nvSpPr>
          <p:cNvPr id="647" name="PlaceHolder 2"/>
          <p:cNvSpPr>
            <a:spLocks noGrp="1"/>
          </p:cNvSpPr>
          <p:nvPr>
            <p:ph type="sldNum" idx="56"/>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9D78239E-4314-463E-849A-235A27942C13}"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48" name="PlaceHolder 3"/>
          <p:cNvSpPr>
            <a:spLocks noGrp="1"/>
          </p:cNvSpPr>
          <p:nvPr>
            <p:ph/>
          </p:nvPr>
        </p:nvSpPr>
        <p:spPr>
          <a:xfrm>
            <a:off x="1009800" y="1830240"/>
            <a:ext cx="9832680" cy="4479480"/>
          </a:xfrm>
          <a:prstGeom prst="rect">
            <a:avLst/>
          </a:prstGeom>
          <a:noFill/>
          <a:ln w="0">
            <a:noFill/>
          </a:ln>
        </p:spPr>
        <p:txBody>
          <a:bodyPr lIns="0" rIns="0" anchor="t">
            <a:noAutofit/>
          </a:bodyPr>
          <a:p>
            <a:pPr marL="384120" indent="0">
              <a:lnSpc>
                <a:spcPct val="90000"/>
              </a:lnSpc>
              <a:buNone/>
              <a:tabLst>
                <a:tab algn="l" pos="0"/>
              </a:tabLst>
            </a:pPr>
            <a:endParaRPr b="0" lang="es-AR" sz="2000" spc="-1" strike="noStrike">
              <a:solidFill>
                <a:srgbClr val="000000"/>
              </a:solidFill>
              <a:latin typeface="Arial"/>
            </a:endParaRPr>
          </a:p>
          <a:p>
            <a:pPr marL="91440" indent="-91440" algn="just">
              <a:lnSpc>
                <a:spcPct val="90000"/>
              </a:lnSpc>
              <a:spcBef>
                <a:spcPts val="1599"/>
              </a:spcBef>
              <a:buClr>
                <a:srgbClr val="549e39"/>
              </a:buClr>
              <a:buFont typeface="Calibri"/>
              <a:buChar char=" "/>
              <a:tabLst>
                <a:tab algn="l" pos="0"/>
              </a:tabLst>
            </a:pPr>
            <a:r>
              <a:rPr b="0" lang="es-ES" sz="2000" spc="-1" strike="noStrike">
                <a:solidFill>
                  <a:srgbClr val="3f3f3f"/>
                </a:solidFill>
                <a:latin typeface="Calibri"/>
                <a:ea typeface="Calibri"/>
              </a:rPr>
              <a:t>La Organización del Tratado del Atlántico Norte (OTAN) organizó un par de conferencias que tuvieron carácter fundacional para la </a:t>
            </a:r>
            <a:r>
              <a:rPr b="1" i="1" lang="es-ES" sz="2000" spc="-1" strike="noStrike">
                <a:solidFill>
                  <a:srgbClr val="3f3f3f"/>
                </a:solidFill>
                <a:latin typeface="Calibri"/>
                <a:ea typeface="Calibri"/>
              </a:rPr>
              <a:t>Ingeniería de Software </a:t>
            </a:r>
            <a:r>
              <a:rPr b="0" lang="es-ES" sz="2000" spc="-1" strike="noStrike">
                <a:solidFill>
                  <a:srgbClr val="3f3f3f"/>
                </a:solidFill>
                <a:latin typeface="Calibri"/>
                <a:ea typeface="Calibri"/>
              </a:rPr>
              <a:t>(Garmish 1968 y Roma 1969).</a:t>
            </a:r>
            <a:endParaRPr b="0" lang="es-AR" sz="2000" spc="-1" strike="noStrike">
              <a:solidFill>
                <a:srgbClr val="000000"/>
              </a:solidFill>
              <a:latin typeface="Arial"/>
            </a:endParaRPr>
          </a:p>
          <a:p>
            <a:pPr marL="91440" indent="0">
              <a:lnSpc>
                <a:spcPct val="90000"/>
              </a:lnSpc>
              <a:spcBef>
                <a:spcPts val="1400"/>
              </a:spcBef>
              <a:buNone/>
              <a:tabLst>
                <a:tab algn="l" pos="0"/>
              </a:tabLst>
            </a:pPr>
            <a:endParaRPr b="0" lang="es-AR" sz="2000" spc="-1" strike="noStrike">
              <a:solidFill>
                <a:srgbClr val="000000"/>
              </a:solidFill>
              <a:latin typeface="Arial"/>
            </a:endParaRPr>
          </a:p>
          <a:p>
            <a:pPr lvl="3" marL="749880" indent="-182880">
              <a:lnSpc>
                <a:spcPct val="90000"/>
              </a:lnSpc>
              <a:spcBef>
                <a:spcPts val="400"/>
              </a:spcBef>
              <a:buClr>
                <a:srgbClr val="549e39"/>
              </a:buClr>
              <a:buFont typeface="Calibri"/>
              <a:buChar char="◦"/>
              <a:tabLst>
                <a:tab algn="l" pos="0"/>
              </a:tabLst>
            </a:pPr>
            <a:r>
              <a:rPr b="1" lang="es-ES" sz="1800" spc="-1" strike="noStrike">
                <a:solidFill>
                  <a:srgbClr val="3f3f3f"/>
                </a:solidFill>
                <a:latin typeface="Calibri"/>
                <a:ea typeface="Calibri"/>
              </a:rPr>
              <a:t>       </a:t>
            </a:r>
            <a:r>
              <a:rPr b="1" lang="es-ES" sz="1800" spc="-1" strike="noStrike">
                <a:solidFill>
                  <a:srgbClr val="3f3f3f"/>
                </a:solidFill>
                <a:latin typeface="Calibri"/>
                <a:ea typeface="Calibri"/>
              </a:rPr>
              <a:t>Propósito : </a:t>
            </a:r>
            <a:endParaRPr b="0" lang="es-AR" sz="1800" spc="-1" strike="noStrike">
              <a:solidFill>
                <a:srgbClr val="000000"/>
              </a:solidFill>
              <a:latin typeface="Arial"/>
            </a:endParaRPr>
          </a:p>
          <a:p>
            <a:pPr marL="749880" indent="0">
              <a:lnSpc>
                <a:spcPct val="90000"/>
              </a:lnSpc>
              <a:spcBef>
                <a:spcPts val="601"/>
              </a:spcBef>
              <a:buNone/>
              <a:tabLst>
                <a:tab algn="l" pos="0"/>
              </a:tabLst>
            </a:pPr>
            <a:endParaRPr b="0" lang="es-AR" sz="1800" spc="-1" strike="noStrike">
              <a:solidFill>
                <a:srgbClr val="000000"/>
              </a:solidFill>
              <a:latin typeface="Arial"/>
            </a:endParaRPr>
          </a:p>
          <a:p>
            <a:pPr lvl="8" marL="1699920" indent="-228600">
              <a:lnSpc>
                <a:spcPct val="90000"/>
              </a:lnSpc>
              <a:spcBef>
                <a:spcPts val="601"/>
              </a:spcBef>
              <a:buClr>
                <a:srgbClr val="549e39"/>
              </a:buClr>
              <a:buFont typeface="Noto Sans Symbols"/>
              <a:buChar char="❑"/>
              <a:tabLst>
                <a:tab algn="l" pos="0"/>
              </a:tabLst>
            </a:pPr>
            <a:r>
              <a:rPr b="0" lang="es-ES" sz="1800" spc="-1" strike="noStrike">
                <a:solidFill>
                  <a:srgbClr val="3f3f3f"/>
                </a:solidFill>
                <a:latin typeface="Calibri"/>
                <a:ea typeface="Calibri"/>
              </a:rPr>
              <a:t>identificar la raíz de los problemas de la industria del softwate</a:t>
            </a:r>
            <a:endParaRPr b="0" lang="es-AR" sz="1800" spc="-1" strike="noStrike">
              <a:solidFill>
                <a:srgbClr val="000000"/>
              </a:solidFill>
              <a:latin typeface="Arial"/>
            </a:endParaRPr>
          </a:p>
          <a:p>
            <a:pPr lvl="8" marL="1699920" indent="-228600">
              <a:lnSpc>
                <a:spcPct val="90000"/>
              </a:lnSpc>
              <a:spcBef>
                <a:spcPts val="601"/>
              </a:spcBef>
              <a:buClr>
                <a:srgbClr val="549e39"/>
              </a:buClr>
              <a:buFont typeface="Noto Sans Symbols"/>
              <a:buChar char="❑"/>
              <a:tabLst>
                <a:tab algn="l" pos="0"/>
              </a:tabLst>
            </a:pPr>
            <a:r>
              <a:rPr b="0" lang="es-ES" sz="1800" spc="-1" strike="noStrike">
                <a:solidFill>
                  <a:srgbClr val="3f3f3f"/>
                </a:solidFill>
                <a:latin typeface="Calibri"/>
                <a:ea typeface="Calibri"/>
              </a:rPr>
              <a:t>Sentar </a:t>
            </a:r>
            <a:r>
              <a:rPr b="0" lang="es-ES" sz="2000" spc="-1" strike="noStrike">
                <a:solidFill>
                  <a:srgbClr val="3f3f3f"/>
                </a:solidFill>
                <a:latin typeface="Calibri"/>
                <a:ea typeface="Calibri"/>
              </a:rPr>
              <a:t>las bases de procesos sistemáticos, repetibles y confiables. </a:t>
            </a:r>
            <a:endParaRPr b="0" lang="es-AR" sz="2000" spc="-1" strike="noStrike">
              <a:solidFill>
                <a:srgbClr val="000000"/>
              </a:solidFill>
              <a:latin typeface="Arial"/>
            </a:endParaRPr>
          </a:p>
          <a:p>
            <a:pPr marL="1699920" indent="0">
              <a:lnSpc>
                <a:spcPct val="90000"/>
              </a:lnSpc>
              <a:spcBef>
                <a:spcPts val="601"/>
              </a:spcBef>
              <a:buNone/>
              <a:tabLst>
                <a:tab algn="l" pos="0"/>
              </a:tabLst>
            </a:pPr>
            <a:endParaRPr b="0" lang="es-AR" sz="2000" spc="-1" strike="noStrike">
              <a:solidFill>
                <a:srgbClr val="000000"/>
              </a:solidFill>
              <a:latin typeface="Arial"/>
            </a:endParaRPr>
          </a:p>
          <a:p>
            <a:pPr marL="1178640" indent="0">
              <a:lnSpc>
                <a:spcPct val="90000"/>
              </a:lnSpc>
              <a:spcBef>
                <a:spcPts val="601"/>
              </a:spcBef>
              <a:buNone/>
              <a:tabLst>
                <a:tab algn="l" pos="0"/>
              </a:tabLst>
            </a:pPr>
            <a:r>
              <a:rPr b="0" lang="es-ES" sz="2000" spc="-1" strike="noStrike">
                <a:solidFill>
                  <a:schemeClr val="dk1"/>
                </a:solidFill>
                <a:latin typeface="Calibri"/>
                <a:ea typeface="Calibri"/>
              </a:rPr>
              <a:t>Se comenzó a utilizar la expresión </a:t>
            </a:r>
            <a:r>
              <a:rPr b="1" lang="es-ES" sz="2800" spc="-1" strike="noStrike">
                <a:solidFill>
                  <a:srgbClr val="ffffff"/>
                </a:solidFill>
                <a:latin typeface="Calibri"/>
                <a:ea typeface="Calibri"/>
              </a:rPr>
              <a:t>“Ingeniería de Software”.</a:t>
            </a:r>
            <a:endParaRPr b="0" lang="es-AR" sz="2800" spc="-1" strike="noStrike">
              <a:solidFill>
                <a:srgbClr val="000000"/>
              </a:solidFill>
              <a:latin typeface="Arial"/>
            </a:endParaRPr>
          </a:p>
        </p:txBody>
      </p:sp>
      <p:cxnSp>
        <p:nvCxnSpPr>
          <p:cNvPr id="649" name="Google Shape;563;p16"/>
          <p:cNvCxnSpPr/>
          <p:nvPr/>
        </p:nvCxnSpPr>
        <p:spPr>
          <a:xfrm flipH="1">
            <a:off x="3331800" y="2914560"/>
            <a:ext cx="1728360" cy="432360"/>
          </a:xfrm>
          <a:prstGeom prst="straightConnector1">
            <a:avLst/>
          </a:prstGeom>
          <a:ln w="28575">
            <a:solidFill>
              <a:srgbClr val="549e39"/>
            </a:solidFill>
            <a:round/>
            <a:tailEnd len="med" type="stealth" w="med"/>
          </a:ln>
        </p:spPr>
      </p:cxnSp>
    </p:spTree>
  </p:cSld>
  <mc:AlternateContent>
    <mc:Choice Requires="p14">
      <p:transition spd="med" p14:dur="700">
        <p:fade/>
      </p:transition>
    </mc:Choice>
    <mc:Fallback>
      <p:transition spd="med">
        <p:fade/>
      </p:transition>
    </mc:Fallback>
  </mc:AlternateContent>
  <p:timing>
    <p:tnLst>
      <p:par>
        <p:cTn id="151" dur="indefinite" restart="never" nodeType="tmRoot">
          <p:childTnLst>
            <p:seq>
              <p:cTn id="152" dur="indefinite" nodeType="mainSeq">
                <p:childTnLst>
                  <p:par>
                    <p:cTn id="153" fill="hold">
                      <p:stCondLst>
                        <p:cond delay="indefinite"/>
                      </p:stCondLst>
                      <p:childTnLst>
                        <p:par>
                          <p:cTn id="154" fill="hold">
                            <p:stCondLst>
                              <p:cond delay="0"/>
                            </p:stCondLst>
                            <p:childTnLst>
                              <p:par>
                                <p:cTn id="155" nodeType="clickEffect" fill="hold" presetClass="entr" presetID="1">
                                  <p:stCondLst>
                                    <p:cond delay="0"/>
                                  </p:stCondLst>
                                  <p:childTnLst>
                                    <p:set>
                                      <p:cBhvr>
                                        <p:cTn id="156" dur="1" fill="hold">
                                          <p:stCondLst>
                                            <p:cond delay="0"/>
                                          </p:stCondLst>
                                        </p:cTn>
                                        <p:tgtEl>
                                          <p:spTgt spid="649"/>
                                        </p:tgtEl>
                                        <p:attrNameLst>
                                          <p:attrName>style.visibility</p:attrName>
                                        </p:attrNameLst>
                                      </p:cBhvr>
                                      <p:to>
                                        <p:strVal val="visible"/>
                                      </p:to>
                                    </p:set>
                                  </p:childTnLst>
                                </p:cTn>
                              </p:par>
                              <p:par>
                                <p:cTn id="157" nodeType="withEffect" fill="hold" presetClass="entr" presetID="1">
                                  <p:stCondLst>
                                    <p:cond delay="0"/>
                                  </p:stCondLst>
                                  <p:childTnLst>
                                    <p:set>
                                      <p:cBhvr>
                                        <p:cTn id="158" dur="1" fill="hold">
                                          <p:stCondLst>
                                            <p:cond delay="0"/>
                                          </p:stCondLst>
                                        </p:cTn>
                                        <p:tgtEl>
                                          <p:spTgt spid="648">
                                            <p:txEl>
                                              <p:pRg st="3" end="3"/>
                                            </p:txEl>
                                          </p:spTgt>
                                        </p:tgtEl>
                                        <p:attrNameLst>
                                          <p:attrName>style.visibility</p:attrName>
                                        </p:attrNameLst>
                                      </p:cBhvr>
                                      <p:to>
                                        <p:strVal val="visible"/>
                                      </p:to>
                                    </p:set>
                                  </p:childTnLst>
                                </p:cTn>
                              </p:par>
                              <p:par>
                                <p:cTn id="159" nodeType="withEffect" fill="hold" presetClass="entr" presetID="1">
                                  <p:stCondLst>
                                    <p:cond delay="0"/>
                                  </p:stCondLst>
                                  <p:childTnLst>
                                    <p:set>
                                      <p:cBhvr>
                                        <p:cTn id="160" dur="1" fill="hold">
                                          <p:stCondLst>
                                            <p:cond delay="0"/>
                                          </p:stCondLst>
                                        </p:cTn>
                                        <p:tgtEl>
                                          <p:spTgt spid="648">
                                            <p:txEl>
                                              <p:pRg st="5" end="5"/>
                                            </p:txEl>
                                          </p:spTgt>
                                        </p:tgtEl>
                                        <p:attrNameLst>
                                          <p:attrName>style.visibility</p:attrName>
                                        </p:attrNameLst>
                                      </p:cBhvr>
                                      <p:to>
                                        <p:strVal val="visible"/>
                                      </p:to>
                                    </p:set>
                                  </p:childTnLst>
                                </p:cTn>
                              </p:par>
                              <p:par>
                                <p:cTn id="161" nodeType="withEffect" fill="hold" presetClass="entr" presetID="1">
                                  <p:stCondLst>
                                    <p:cond delay="0"/>
                                  </p:stCondLst>
                                  <p:childTnLst>
                                    <p:set>
                                      <p:cBhvr>
                                        <p:cTn id="162" dur="1" fill="hold">
                                          <p:stCondLst>
                                            <p:cond delay="0"/>
                                          </p:stCondLst>
                                        </p:cTn>
                                        <p:tgtEl>
                                          <p:spTgt spid="648">
                                            <p:txEl>
                                              <p:pRg st="6" end="6"/>
                                            </p:txEl>
                                          </p:spTgt>
                                        </p:tgtEl>
                                        <p:attrNameLst>
                                          <p:attrName>style.visibility</p:attrName>
                                        </p:attrNameLst>
                                      </p:cBhvr>
                                      <p:to>
                                        <p:strVal val="visible"/>
                                      </p:to>
                                    </p:set>
                                  </p:childTnLst>
                                </p:cTn>
                              </p:par>
                              <p:par>
                                <p:cTn id="163" nodeType="withEffect" fill="hold" presetClass="entr" presetID="1">
                                  <p:stCondLst>
                                    <p:cond delay="0"/>
                                  </p:stCondLst>
                                  <p:childTnLst>
                                    <p:set>
                                      <p:cBhvr>
                                        <p:cTn id="164" dur="1" fill="hold">
                                          <p:stCondLst>
                                            <p:cond delay="0"/>
                                          </p:stCondLst>
                                        </p:cTn>
                                        <p:tgtEl>
                                          <p:spTgt spid="648">
                                            <p:txEl>
                                              <p:pRg st="8" end="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title"/>
          </p:nvPr>
        </p:nvSpPr>
        <p:spPr>
          <a:xfrm>
            <a:off x="626040" y="26280"/>
            <a:ext cx="10815840" cy="112896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Un poco de historia sobre la IS</a:t>
            </a:r>
            <a:endParaRPr b="0" lang="es-AR" sz="4400" spc="-1" strike="noStrike">
              <a:solidFill>
                <a:srgbClr val="000000"/>
              </a:solidFill>
              <a:latin typeface="Arial"/>
            </a:endParaRPr>
          </a:p>
        </p:txBody>
      </p:sp>
      <p:sp>
        <p:nvSpPr>
          <p:cNvPr id="651" name="PlaceHolder 2"/>
          <p:cNvSpPr>
            <a:spLocks noGrp="1"/>
          </p:cNvSpPr>
          <p:nvPr>
            <p:ph type="sldNum" idx="57"/>
          </p:nvPr>
        </p:nvSpPr>
        <p:spPr>
          <a:xfrm>
            <a:off x="9286560" y="2852640"/>
            <a:ext cx="2937600" cy="104832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18A36106-5EC3-497B-90E5-DED58E0909FC}" type="slidenum">
              <a:rPr b="0" lang="es-ES" sz="1050" spc="-1" strike="noStrike">
                <a:solidFill>
                  <a:srgbClr val="ffffff"/>
                </a:solidFill>
                <a:latin typeface="Calibri"/>
                <a:ea typeface="Calibri"/>
              </a:rPr>
              <a:t>25</a:t>
            </a:fld>
            <a:endParaRPr b="0" lang="es-AR" sz="1050" spc="-1" strike="noStrike">
              <a:solidFill>
                <a:srgbClr val="000000"/>
              </a:solidFill>
              <a:latin typeface="Times New Roman"/>
            </a:endParaRPr>
          </a:p>
        </p:txBody>
      </p:sp>
      <p:sp>
        <p:nvSpPr>
          <p:cNvPr id="652" name="PlaceHolder 3"/>
          <p:cNvSpPr>
            <a:spLocks noGrp="1"/>
          </p:cNvSpPr>
          <p:nvPr>
            <p:ph/>
          </p:nvPr>
        </p:nvSpPr>
        <p:spPr>
          <a:xfrm>
            <a:off x="626040" y="1902600"/>
            <a:ext cx="9832320" cy="4478400"/>
          </a:xfrm>
          <a:prstGeom prst="rect">
            <a:avLst/>
          </a:prstGeom>
          <a:noFill/>
          <a:ln w="0">
            <a:noFill/>
          </a:ln>
        </p:spPr>
        <p:txBody>
          <a:bodyPr anchor="t">
            <a:normAutofit/>
          </a:bodyPr>
          <a:p>
            <a:pPr indent="0">
              <a:spcBef>
                <a:spcPts val="1417"/>
              </a:spcBef>
              <a:buNone/>
            </a:pPr>
            <a:endParaRPr b="0" lang="es-AR" sz="2000" spc="-1" strike="noStrike">
              <a:solidFill>
                <a:srgbClr val="3f3f3f"/>
              </a:solidFill>
              <a:latin typeface="Calibri"/>
              <a:ea typeface="Calibri"/>
            </a:endParaRPr>
          </a:p>
        </p:txBody>
      </p:sp>
      <p:sp>
        <p:nvSpPr>
          <p:cNvPr id="653" name="Google Shape;571;p17"/>
          <p:cNvSpPr/>
          <p:nvPr/>
        </p:nvSpPr>
        <p:spPr>
          <a:xfrm>
            <a:off x="318600" y="1681200"/>
            <a:ext cx="7989840" cy="1912320"/>
          </a:xfrm>
          <a:prstGeom prst="roundRect">
            <a:avLst>
              <a:gd name="adj" fmla="val 16667"/>
            </a:avLst>
          </a:prstGeom>
          <a:solidFill>
            <a:srgbClr val="576063"/>
          </a:solidFill>
          <a:ln w="15875">
            <a:solidFill>
              <a:srgbClr val="3d5459"/>
            </a:solidFill>
            <a:round/>
          </a:ln>
        </p:spPr>
        <p:style>
          <a:lnRef idx="0"/>
          <a:fillRef idx="0"/>
          <a:effectRef idx="0"/>
          <a:fontRef idx="minor"/>
        </p:style>
        <p:txBody>
          <a:bodyPr anchor="ctr">
            <a:noAutofit/>
          </a:bodyPr>
          <a:p>
            <a:pPr marL="538200" indent="-174600">
              <a:lnSpc>
                <a:spcPct val="100000"/>
              </a:lnSpc>
              <a:tabLst>
                <a:tab algn="l" pos="0"/>
              </a:tabLst>
            </a:pPr>
            <a:r>
              <a:rPr b="1" lang="es-ES" sz="1550" spc="-1" strike="noStrike">
                <a:solidFill>
                  <a:schemeClr val="lt1"/>
                </a:solidFill>
                <a:latin typeface="Calibri"/>
                <a:ea typeface="Calibri"/>
              </a:rPr>
              <a:t>De los años 60  a los 80: maduración</a:t>
            </a:r>
            <a:endParaRPr b="0" lang="es-AR" sz="1550" spc="-1" strike="noStrike">
              <a:solidFill>
                <a:srgbClr val="000000"/>
              </a:solidFill>
              <a:latin typeface="Arial"/>
            </a:endParaRPr>
          </a:p>
          <a:p>
            <a:pPr marL="627120" indent="-88920" algn="just">
              <a:lnSpc>
                <a:spcPct val="100000"/>
              </a:lnSpc>
              <a:tabLst>
                <a:tab algn="l" pos="0"/>
              </a:tabLst>
            </a:pPr>
            <a:r>
              <a:rPr b="0" lang="es-ES" sz="1550" spc="-1" strike="noStrike">
                <a:solidFill>
                  <a:schemeClr val="lt1"/>
                </a:solidFill>
                <a:latin typeface="Calibri"/>
                <a:ea typeface="Calibri"/>
              </a:rPr>
              <a:t>Programación modular, con ideas de acoplamiento y cohesión. Y surge un enfoque más formal, la Programación estructurada.</a:t>
            </a:r>
            <a:endParaRPr b="0" lang="es-AR" sz="1550" spc="-1" strike="noStrike">
              <a:solidFill>
                <a:srgbClr val="000000"/>
              </a:solidFill>
              <a:latin typeface="Arial"/>
            </a:endParaRPr>
          </a:p>
          <a:p>
            <a:pPr marL="627120" indent="-88920" algn="just">
              <a:lnSpc>
                <a:spcPct val="100000"/>
              </a:lnSpc>
              <a:tabLst>
                <a:tab algn="l" pos="0"/>
              </a:tabLst>
            </a:pPr>
            <a:r>
              <a:rPr b="0" lang="es-ES" sz="1550" spc="-1" strike="noStrike">
                <a:solidFill>
                  <a:schemeClr val="lt1"/>
                </a:solidFill>
                <a:latin typeface="Calibri"/>
                <a:ea typeface="Calibri"/>
              </a:rPr>
              <a:t>Surge el desarrollo en cascada y hay ideas incipientes de prototipacion.</a:t>
            </a:r>
            <a:endParaRPr b="0" lang="es-AR" sz="1550" spc="-1" strike="noStrike">
              <a:solidFill>
                <a:srgbClr val="000000"/>
              </a:solidFill>
              <a:latin typeface="Arial"/>
            </a:endParaRPr>
          </a:p>
        </p:txBody>
      </p:sp>
      <p:sp>
        <p:nvSpPr>
          <p:cNvPr id="654" name="Google Shape;572;p17"/>
          <p:cNvSpPr/>
          <p:nvPr/>
        </p:nvSpPr>
        <p:spPr>
          <a:xfrm>
            <a:off x="321840" y="2161080"/>
            <a:ext cx="8743320" cy="2437560"/>
          </a:xfrm>
          <a:prstGeom prst="roundRect">
            <a:avLst>
              <a:gd name="adj" fmla="val 16667"/>
            </a:avLst>
          </a:prstGeom>
          <a:solidFill>
            <a:srgbClr val="bea387"/>
          </a:solidFill>
          <a:ln w="15875">
            <a:solidFill>
              <a:srgbClr val="3d5459"/>
            </a:solidFill>
            <a:round/>
          </a:ln>
        </p:spPr>
        <p:style>
          <a:lnRef idx="0"/>
          <a:fillRef idx="0"/>
          <a:effectRef idx="0"/>
          <a:fontRef idx="minor"/>
        </p:style>
        <p:txBody>
          <a:bodyPr anchor="ctr">
            <a:noAutofit/>
          </a:bodyPr>
          <a:p>
            <a:pPr>
              <a:lnSpc>
                <a:spcPct val="100000"/>
              </a:lnSpc>
              <a:tabLst>
                <a:tab algn="l" pos="0"/>
              </a:tabLst>
            </a:pPr>
            <a:r>
              <a:rPr b="0" lang="es-ES" sz="1800" spc="-1" strike="noStrike">
                <a:solidFill>
                  <a:schemeClr val="lt1"/>
                </a:solidFill>
                <a:latin typeface="Calibri"/>
                <a:ea typeface="Calibri"/>
              </a:rPr>
              <a:t>Los años 80 a 90: edad de oro</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Surgen los primeros problemas e calidad con el surgimiento de la globalización del software y sistemas distribuidos.</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Con las ideas de programación orientada a objetos, surgen nuevos lenguajes, y la metodología estructurada pasa a competir con el desarrollo orientado a objetos </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Surge la ingeniería basada en componentes</a:t>
            </a:r>
            <a:endParaRPr b="0" lang="es-AR" sz="1800" spc="-1" strike="noStrike">
              <a:solidFill>
                <a:srgbClr val="000000"/>
              </a:solidFill>
              <a:latin typeface="Arial"/>
            </a:endParaRPr>
          </a:p>
        </p:txBody>
      </p:sp>
      <p:sp>
        <p:nvSpPr>
          <p:cNvPr id="655" name="Google Shape;573;p17"/>
          <p:cNvSpPr/>
          <p:nvPr/>
        </p:nvSpPr>
        <p:spPr>
          <a:xfrm>
            <a:off x="456120" y="3205800"/>
            <a:ext cx="7851960" cy="2770560"/>
          </a:xfrm>
          <a:prstGeom prst="roundRect">
            <a:avLst>
              <a:gd name="adj" fmla="val 16667"/>
            </a:avLst>
          </a:prstGeom>
          <a:solidFill>
            <a:srgbClr val="85b92a"/>
          </a:solidFill>
          <a:ln w="15875">
            <a:solidFill>
              <a:srgbClr val="3d5459"/>
            </a:solidFill>
            <a:round/>
          </a:ln>
        </p:spPr>
        <p:style>
          <a:lnRef idx="0"/>
          <a:fillRef idx="0"/>
          <a:effectRef idx="0"/>
          <a:fontRef idx="minor"/>
        </p:style>
        <p:txBody>
          <a:bodyPr anchor="ctr">
            <a:noAutofit/>
          </a:bodyPr>
          <a:p>
            <a:pPr>
              <a:lnSpc>
                <a:spcPct val="100000"/>
              </a:lnSpc>
              <a:tabLst>
                <a:tab algn="l" pos="0"/>
              </a:tabLst>
            </a:pPr>
            <a:r>
              <a:rPr b="0" lang="es-ES" sz="1800" spc="-1" strike="noStrike">
                <a:solidFill>
                  <a:schemeClr val="lt1"/>
                </a:solidFill>
                <a:latin typeface="Calibri"/>
                <a:ea typeface="Calibri"/>
              </a:rPr>
              <a:t>Los años 90 y el milenio: era de la disrupción </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El cambio surge con Internet. </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La integración continua con desarrollo incremental e iterativo se convierte en norma.</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Los patrones influyen en la generación del desarrollo de software.</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Surgen las bases de código abierto.</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Los dispositivos móviles aparecen en escena y el mundo cambia nuevamente</a:t>
            </a:r>
            <a:endParaRPr b="0" lang="es-AR" sz="1800" spc="-1" strike="noStrike">
              <a:solidFill>
                <a:srgbClr val="000000"/>
              </a:solidFill>
              <a:latin typeface="Arial"/>
            </a:endParaRPr>
          </a:p>
          <a:p>
            <a:pPr marL="457200" algn="just">
              <a:lnSpc>
                <a:spcPct val="100000"/>
              </a:lnSpc>
              <a:tabLst>
                <a:tab algn="l" pos="0"/>
              </a:tabLst>
            </a:pPr>
            <a:r>
              <a:rPr b="0" lang="es-ES" sz="1800" spc="-1" strike="noStrike">
                <a:solidFill>
                  <a:schemeClr val="lt1"/>
                </a:solidFill>
                <a:latin typeface="Calibri"/>
                <a:ea typeface="Calibri"/>
              </a:rPr>
              <a:t>Surgen las Metodologías ágiles </a:t>
            </a:r>
            <a:endParaRPr b="0" lang="es-AR" sz="1800" spc="-1" strike="noStrike">
              <a:solidFill>
                <a:srgbClr val="000000"/>
              </a:solidFill>
              <a:latin typeface="Arial"/>
            </a:endParaRPr>
          </a:p>
        </p:txBody>
      </p:sp>
      <p:sp>
        <p:nvSpPr>
          <p:cNvPr id="656" name="Google Shape;574;p17"/>
          <p:cNvSpPr/>
          <p:nvPr/>
        </p:nvSpPr>
        <p:spPr>
          <a:xfrm>
            <a:off x="456120" y="3684240"/>
            <a:ext cx="8191080" cy="2533680"/>
          </a:xfrm>
          <a:prstGeom prst="roundRect">
            <a:avLst>
              <a:gd name="adj" fmla="val 16667"/>
            </a:avLst>
          </a:prstGeom>
          <a:solidFill>
            <a:srgbClr val="9aadc3"/>
          </a:solidFill>
          <a:ln w="15875">
            <a:solidFill>
              <a:srgbClr val="3d5459"/>
            </a:solidFill>
            <a:round/>
          </a:ln>
        </p:spPr>
        <p:style>
          <a:lnRef idx="0"/>
          <a:fillRef idx="0"/>
          <a:effectRef idx="0"/>
          <a:fontRef idx="minor"/>
        </p:style>
        <p:txBody>
          <a:bodyPr anchor="ctr">
            <a:noAutofit/>
          </a:bodyPr>
          <a:p>
            <a:pPr marL="457200" algn="just">
              <a:lnSpc>
                <a:spcPct val="100000"/>
              </a:lnSpc>
              <a:tabLst>
                <a:tab algn="l" pos="0"/>
              </a:tabLst>
            </a:pPr>
            <a:r>
              <a:rPr b="0" lang="es-ES" sz="2000" spc="-1" strike="noStrike">
                <a:solidFill>
                  <a:schemeClr val="lt1"/>
                </a:solidFill>
                <a:latin typeface="Calibri"/>
                <a:ea typeface="Calibri"/>
              </a:rPr>
              <a:t>La actualidad: Big Data y IA</a:t>
            </a:r>
            <a:endParaRPr b="0" lang="es-AR" sz="2000" spc="-1" strike="noStrike">
              <a:solidFill>
                <a:srgbClr val="000000"/>
              </a:solidFill>
              <a:latin typeface="Arial"/>
            </a:endParaRPr>
          </a:p>
          <a:p>
            <a:pPr marL="457200" algn="just">
              <a:lnSpc>
                <a:spcPct val="100000"/>
              </a:lnSpc>
              <a:tabLst>
                <a:tab algn="l" pos="0"/>
              </a:tabLst>
            </a:pPr>
            <a:r>
              <a:rPr b="0" lang="es-ES" sz="2000" spc="-1" strike="noStrike">
                <a:solidFill>
                  <a:schemeClr val="lt1"/>
                </a:solidFill>
                <a:latin typeface="Calibri"/>
                <a:ea typeface="Calibri"/>
              </a:rPr>
              <a:t>Los cimientos de la IA hace décadas que existe, lo que ha dado el cambio es el crecimiento de la cantidad de datos, lo que han hecho viables los enfoques estadísticos  y las redes neuronales</a:t>
            </a:r>
            <a:r>
              <a:rPr b="0" lang="es-ES" sz="1600" spc="-1" strike="noStrike">
                <a:solidFill>
                  <a:schemeClr val="lt1"/>
                </a:solidFill>
                <a:latin typeface="Calibri"/>
                <a:ea typeface="Calibri"/>
              </a:rPr>
              <a:t>.</a:t>
            </a:r>
            <a:endParaRPr b="0" lang="es-AR" sz="1600" spc="-1" strike="noStrike">
              <a:solidFill>
                <a:srgbClr val="000000"/>
              </a:solidFill>
              <a:latin typeface="Arial"/>
            </a:endParaRPr>
          </a:p>
        </p:txBody>
      </p:sp>
      <p:pic>
        <p:nvPicPr>
          <p:cNvPr id="657" name="Google Shape;575;p17" descr=""/>
          <p:cNvPicPr/>
          <p:nvPr/>
        </p:nvPicPr>
        <p:blipFill>
          <a:blip r:embed="rId1"/>
          <a:srcRect l="0" t="2616" r="0" b="0"/>
          <a:stretch/>
        </p:blipFill>
        <p:spPr>
          <a:xfrm>
            <a:off x="7813800" y="1096200"/>
            <a:ext cx="4113720" cy="2417040"/>
          </a:xfrm>
          <a:prstGeom prst="rect">
            <a:avLst/>
          </a:prstGeom>
          <a:ln w="0">
            <a:noFill/>
          </a:ln>
        </p:spPr>
      </p:pic>
      <p:pic>
        <p:nvPicPr>
          <p:cNvPr id="658" name="Google Shape;576;p17" descr=""/>
          <p:cNvPicPr/>
          <p:nvPr/>
        </p:nvPicPr>
        <p:blipFill>
          <a:blip r:embed="rId2"/>
          <a:stretch/>
        </p:blipFill>
        <p:spPr>
          <a:xfrm>
            <a:off x="8685720" y="2023560"/>
            <a:ext cx="3223080" cy="2417040"/>
          </a:xfrm>
          <a:prstGeom prst="rect">
            <a:avLst/>
          </a:prstGeom>
          <a:ln w="0">
            <a:noFill/>
          </a:ln>
        </p:spPr>
      </p:pic>
      <p:pic>
        <p:nvPicPr>
          <p:cNvPr id="659" name="Google Shape;577;p17" descr=""/>
          <p:cNvPicPr/>
          <p:nvPr/>
        </p:nvPicPr>
        <p:blipFill>
          <a:blip r:embed="rId3"/>
          <a:stretch/>
        </p:blipFill>
        <p:spPr>
          <a:xfrm>
            <a:off x="8442720" y="3225960"/>
            <a:ext cx="3558600" cy="2315880"/>
          </a:xfrm>
          <a:prstGeom prst="rect">
            <a:avLst/>
          </a:prstGeom>
          <a:ln w="0">
            <a:noFill/>
          </a:ln>
        </p:spPr>
      </p:pic>
      <p:pic>
        <p:nvPicPr>
          <p:cNvPr id="660" name="Google Shape;578;p17" descr=""/>
          <p:cNvPicPr/>
          <p:nvPr/>
        </p:nvPicPr>
        <p:blipFill>
          <a:blip r:embed="rId4"/>
          <a:srcRect l="9283" t="9662" r="10824" b="4907"/>
          <a:stretch/>
        </p:blipFill>
        <p:spPr>
          <a:xfrm>
            <a:off x="7718400" y="3488040"/>
            <a:ext cx="4443480" cy="2488680"/>
          </a:xfrm>
          <a:prstGeom prst="rect">
            <a:avLst/>
          </a:prstGeom>
          <a:ln w="0">
            <a:noFill/>
          </a:ln>
        </p:spPr>
      </p:pic>
      <p:sp>
        <p:nvSpPr>
          <p:cNvPr id="661" name="Google Shape;579;p17"/>
          <p:cNvSpPr/>
          <p:nvPr/>
        </p:nvSpPr>
        <p:spPr>
          <a:xfrm>
            <a:off x="5647680" y="6468120"/>
            <a:ext cx="6701760" cy="2282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900" spc="-1" strike="noStrike">
                <a:solidFill>
                  <a:srgbClr val="a5a5a5"/>
                </a:solidFill>
                <a:latin typeface="Calibri"/>
                <a:ea typeface="Calibri"/>
              </a:rPr>
              <a:t>The History of Software Engineering. Grady Booch</a:t>
            </a:r>
            <a:endParaRPr b="0" lang="es-AR" sz="900" spc="-1" strike="noStrike">
              <a:solidFill>
                <a:srgbClr val="000000"/>
              </a:solidFill>
              <a:latin typeface="Arial"/>
            </a:endParaRPr>
          </a:p>
        </p:txBody>
      </p:sp>
      <p:sp>
        <p:nvSpPr>
          <p:cNvPr id="662" name="Google Shape;580;p17"/>
          <p:cNvSpPr/>
          <p:nvPr/>
        </p:nvSpPr>
        <p:spPr>
          <a:xfrm>
            <a:off x="1923480" y="1254240"/>
            <a:ext cx="7851960" cy="4318920"/>
          </a:xfrm>
          <a:prstGeom prst="roundRect">
            <a:avLst>
              <a:gd name="adj" fmla="val 16667"/>
            </a:avLst>
          </a:prstGeom>
          <a:solidFill>
            <a:schemeClr val="accent2"/>
          </a:solidFill>
          <a:ln w="15875">
            <a:solidFill>
              <a:srgbClr val="3d5459"/>
            </a:solidFill>
            <a:round/>
          </a:ln>
        </p:spPr>
        <p:style>
          <a:lnRef idx="0"/>
          <a:fillRef idx="0"/>
          <a:effectRef idx="0"/>
          <a:fontRef idx="minor"/>
        </p:style>
        <p:txBody>
          <a:bodyPr anchor="ctr">
            <a:noAutofit/>
          </a:bodyPr>
          <a:p>
            <a:pPr marL="457200" algn="just">
              <a:lnSpc>
                <a:spcPct val="100000"/>
              </a:lnSpc>
              <a:tabLst>
                <a:tab algn="l" pos="0"/>
              </a:tabLst>
            </a:pPr>
            <a:r>
              <a:rPr b="0" lang="es-ES" sz="2000" spc="-1" strike="noStrike">
                <a:solidFill>
                  <a:schemeClr val="lt1"/>
                </a:solidFill>
                <a:latin typeface="Calibri"/>
                <a:ea typeface="Calibri"/>
              </a:rPr>
              <a:t>Las preguntas que debemos responder:</a:t>
            </a:r>
            <a:endParaRPr b="0" lang="es-AR" sz="2000" spc="-1" strike="noStrike">
              <a:solidFill>
                <a:srgbClr val="000000"/>
              </a:solidFill>
              <a:latin typeface="Arial"/>
            </a:endParaRPr>
          </a:p>
          <a:p>
            <a:pPr lvl="3" marL="743040" indent="-285840" algn="just">
              <a:lnSpc>
                <a:spcPct val="100000"/>
              </a:lnSpc>
              <a:buClr>
                <a:srgbClr val="000000"/>
              </a:buClr>
              <a:buFont typeface="Arial"/>
              <a:buChar char="•"/>
              <a:tabLst>
                <a:tab algn="l" pos="0"/>
              </a:tabLst>
            </a:pPr>
            <a:r>
              <a:rPr b="0" lang="es-ES" sz="2000" spc="-1" strike="noStrike">
                <a:solidFill>
                  <a:schemeClr val="lt1"/>
                </a:solidFill>
                <a:latin typeface="Calibri"/>
                <a:ea typeface="Calibri"/>
              </a:rPr>
              <a:t>¿Cómo puede afectar IA al proceso de Ingeniería de software? </a:t>
            </a:r>
            <a:endParaRPr b="0" lang="es-AR" sz="2000" spc="-1" strike="noStrike">
              <a:solidFill>
                <a:srgbClr val="000000"/>
              </a:solidFill>
              <a:latin typeface="Arial"/>
            </a:endParaRPr>
          </a:p>
          <a:p>
            <a:pPr lvl="3" marL="743040" indent="-285840" algn="just">
              <a:lnSpc>
                <a:spcPct val="100000"/>
              </a:lnSpc>
              <a:buClr>
                <a:srgbClr val="000000"/>
              </a:buClr>
              <a:buFont typeface="Arial"/>
              <a:buChar char="•"/>
              <a:tabLst>
                <a:tab algn="l" pos="0"/>
              </a:tabLst>
            </a:pPr>
            <a:r>
              <a:rPr b="0" lang="es-ES" sz="2000" spc="-1" strike="noStrike">
                <a:solidFill>
                  <a:schemeClr val="lt1"/>
                </a:solidFill>
                <a:latin typeface="Calibri"/>
                <a:ea typeface="Calibri"/>
              </a:rPr>
              <a:t>¿Cuál es el mejor ciclo de vida para sistemas cuyos componentes no programamos? </a:t>
            </a:r>
            <a:endParaRPr b="0" lang="es-AR" sz="2000" spc="-1" strike="noStrike">
              <a:solidFill>
                <a:srgbClr val="000000"/>
              </a:solidFill>
              <a:latin typeface="Arial"/>
            </a:endParaRPr>
          </a:p>
          <a:p>
            <a:pPr lvl="3" marL="743040" indent="-285840" algn="just">
              <a:lnSpc>
                <a:spcPct val="100000"/>
              </a:lnSpc>
              <a:buClr>
                <a:srgbClr val="000000"/>
              </a:buClr>
              <a:buFont typeface="Arial"/>
              <a:buChar char="•"/>
              <a:tabLst>
                <a:tab algn="l" pos="0"/>
              </a:tabLst>
            </a:pPr>
            <a:r>
              <a:rPr b="0" lang="es-ES" sz="2000" spc="-1" strike="noStrike">
                <a:solidFill>
                  <a:schemeClr val="lt1"/>
                </a:solidFill>
                <a:latin typeface="Calibri"/>
                <a:ea typeface="Calibri"/>
              </a:rPr>
              <a:t>¿Podemos explicar y o confiar en sistemas realizados por componentes  que no hemos programado?</a:t>
            </a:r>
            <a:endParaRPr b="0" lang="es-AR" sz="2000" spc="-1" strike="noStrike">
              <a:solidFill>
                <a:srgbClr val="000000"/>
              </a:solidFill>
              <a:latin typeface="Arial"/>
            </a:endParaRPr>
          </a:p>
          <a:p>
            <a:pPr>
              <a:lnSpc>
                <a:spcPct val="100000"/>
              </a:lnSpc>
              <a:tabLst>
                <a:tab algn="l" pos="0"/>
              </a:tabLst>
            </a:pPr>
            <a:endParaRPr b="0" lang="es-AR" sz="60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timing>
    <p:tnLst>
      <p:par>
        <p:cTn id="165" dur="indefinite" restart="never" nodeType="tmRoot">
          <p:childTnLst>
            <p:seq>
              <p:cTn id="166" dur="indefinite" nodeType="mainSeq">
                <p:childTnLst>
                  <p:par>
                    <p:cTn id="167" fill="hold">
                      <p:stCondLst>
                        <p:cond delay="indefinite"/>
                      </p:stCondLst>
                      <p:childTnLst>
                        <p:par>
                          <p:cTn id="168" fill="hold">
                            <p:stCondLst>
                              <p:cond delay="0"/>
                            </p:stCondLst>
                            <p:childTnLst>
                              <p:par>
                                <p:cTn id="169" nodeType="clickEffect" fill="hold" presetClass="entr" presetID="10">
                                  <p:stCondLst>
                                    <p:cond delay="0"/>
                                  </p:stCondLst>
                                  <p:childTnLst>
                                    <p:set>
                                      <p:cBhvr>
                                        <p:cTn id="170" dur="1" fill="hold">
                                          <p:stCondLst>
                                            <p:cond delay="0"/>
                                          </p:stCondLst>
                                        </p:cTn>
                                        <p:tgtEl>
                                          <p:spTgt spid="653"/>
                                        </p:tgtEl>
                                        <p:attrNameLst>
                                          <p:attrName>style.visibility</p:attrName>
                                        </p:attrNameLst>
                                      </p:cBhvr>
                                      <p:to>
                                        <p:strVal val="visible"/>
                                      </p:to>
                                    </p:set>
                                    <p:animEffect filter="fade" transition="in">
                                      <p:cBhvr additive="repl">
                                        <p:cTn id="171" dur="1000"/>
                                        <p:tgtEl>
                                          <p:spTgt spid="653"/>
                                        </p:tgtEl>
                                      </p:cBhvr>
                                    </p:animEffect>
                                  </p:childTnLst>
                                </p:cTn>
                              </p:par>
                            </p:childTnLst>
                          </p:cTn>
                        </p:par>
                      </p:childTnLst>
                    </p:cTn>
                  </p:par>
                  <p:par>
                    <p:cTn id="172" fill="hold">
                      <p:stCondLst>
                        <p:cond delay="indefinite"/>
                      </p:stCondLst>
                      <p:childTnLst>
                        <p:par>
                          <p:cTn id="173" fill="hold">
                            <p:stCondLst>
                              <p:cond delay="0"/>
                            </p:stCondLst>
                            <p:childTnLst>
                              <p:par>
                                <p:cTn id="174" nodeType="clickEffect" fill="hold" presetClass="entr" presetID="1">
                                  <p:stCondLst>
                                    <p:cond delay="0"/>
                                  </p:stCondLst>
                                  <p:childTnLst>
                                    <p:set>
                                      <p:cBhvr>
                                        <p:cTn id="175" dur="1" fill="hold">
                                          <p:stCondLst>
                                            <p:cond delay="0"/>
                                          </p:stCondLst>
                                        </p:cTn>
                                        <p:tgtEl>
                                          <p:spTgt spid="657"/>
                                        </p:tgtEl>
                                        <p:attrNameLst>
                                          <p:attrName>style.visibility</p:attrName>
                                        </p:attrNameLst>
                                      </p:cBhvr>
                                      <p:to>
                                        <p:strVal val="visible"/>
                                      </p:to>
                                    </p:set>
                                  </p:childTnLst>
                                </p:cTn>
                              </p:par>
                            </p:childTnLst>
                          </p:cTn>
                        </p:par>
                        <p:par>
                          <p:cTn id="176" fill="hold">
                            <p:stCondLst>
                              <p:cond delay="0"/>
                            </p:stCondLst>
                            <p:childTnLst>
                              <p:par>
                                <p:cTn id="177" nodeType="afterEffect" fill="hold" presetClass="exit" presetID="1">
                                  <p:stCondLst>
                                    <p:cond delay="2900"/>
                                  </p:stCondLst>
                                  <p:childTnLst>
                                    <p:set>
                                      <p:cBhvr>
                                        <p:cTn id="178" dur="1" fill="hold">
                                          <p:stCondLst>
                                            <p:cond delay="0"/>
                                          </p:stCondLst>
                                        </p:cTn>
                                        <p:tgtEl>
                                          <p:spTgt spid="657"/>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nodeType="clickEffect" fill="hold" presetClass="entr" presetID="1">
                                  <p:stCondLst>
                                    <p:cond delay="0"/>
                                  </p:stCondLst>
                                  <p:childTnLst>
                                    <p:set>
                                      <p:cBhvr>
                                        <p:cTn id="182" dur="1" fill="hold">
                                          <p:stCondLst>
                                            <p:cond delay="0"/>
                                          </p:stCondLst>
                                        </p:cTn>
                                        <p:tgtEl>
                                          <p:spTgt spid="651"/>
                                        </p:tgtEl>
                                        <p:attrNameLst>
                                          <p:attrName>style.visibility</p:attrName>
                                        </p:attrNameLst>
                                      </p:cBhvr>
                                      <p:to>
                                        <p:strVal val="visible"/>
                                      </p:to>
                                    </p:set>
                                  </p:childTnLst>
                                </p:cTn>
                              </p:par>
                              <p:par>
                                <p:cTn id="183" nodeType="withEffect" fill="hold" presetClass="exit" presetID="10">
                                  <p:stCondLst>
                                    <p:cond delay="3000"/>
                                  </p:stCondLst>
                                  <p:childTnLst>
                                    <p:animEffect filter="fade" transition="out">
                                      <p:cBhvr additive="repl">
                                        <p:cTn id="184" dur="500"/>
                                        <p:tgtEl>
                                          <p:spTgt spid="651"/>
                                        </p:tgtEl>
                                      </p:cBhvr>
                                    </p:animEffect>
                                    <p:set>
                                      <p:cBhvr>
                                        <p:cTn id="185" dur="1" fill="hold">
                                          <p:stCondLst>
                                            <p:cond delay="500"/>
                                          </p:stCondLst>
                                        </p:cTn>
                                        <p:tgtEl>
                                          <p:spTgt spid="651"/>
                                        </p:tgtEl>
                                        <p:attrNameLst>
                                          <p:attrName>style.visibility</p:attrName>
                                        </p:attrNameLst>
                                      </p:cBhvr>
                                      <p:to>
                                        <p:strVal val="hidden"/>
                                      </p:to>
                                    </p:set>
                                  </p:childTnLst>
                                </p:cTn>
                              </p:par>
                            </p:childTnLst>
                          </p:cTn>
                        </p:par>
                      </p:childTnLst>
                    </p:cTn>
                  </p:par>
                  <p:par>
                    <p:cTn id="186" fill="hold">
                      <p:stCondLst>
                        <p:cond delay="indefinite"/>
                      </p:stCondLst>
                      <p:childTnLst>
                        <p:par>
                          <p:cTn id="187" fill="hold">
                            <p:stCondLst>
                              <p:cond delay="0"/>
                            </p:stCondLst>
                            <p:childTnLst>
                              <p:par>
                                <p:cTn id="188" nodeType="clickEffect" fill="hold" presetClass="entr" presetID="10">
                                  <p:stCondLst>
                                    <p:cond delay="0"/>
                                  </p:stCondLst>
                                  <p:childTnLst>
                                    <p:set>
                                      <p:cBhvr>
                                        <p:cTn id="189" dur="1" fill="hold">
                                          <p:stCondLst>
                                            <p:cond delay="0"/>
                                          </p:stCondLst>
                                        </p:cTn>
                                        <p:tgtEl>
                                          <p:spTgt spid="654"/>
                                        </p:tgtEl>
                                        <p:attrNameLst>
                                          <p:attrName>style.visibility</p:attrName>
                                        </p:attrNameLst>
                                      </p:cBhvr>
                                      <p:to>
                                        <p:strVal val="visible"/>
                                      </p:to>
                                    </p:set>
                                    <p:animEffect filter="fade" transition="in">
                                      <p:cBhvr additive="repl">
                                        <p:cTn id="190" dur="500"/>
                                        <p:tgtEl>
                                          <p:spTgt spid="654"/>
                                        </p:tgtEl>
                                      </p:cBhvr>
                                    </p:animEffect>
                                  </p:childTnLst>
                                </p:cTn>
                              </p:par>
                            </p:childTnLst>
                          </p:cTn>
                        </p:par>
                      </p:childTnLst>
                    </p:cTn>
                  </p:par>
                  <p:par>
                    <p:cTn id="191" fill="hold">
                      <p:stCondLst>
                        <p:cond delay="indefinite"/>
                      </p:stCondLst>
                      <p:childTnLst>
                        <p:par>
                          <p:cTn id="192" fill="hold">
                            <p:stCondLst>
                              <p:cond delay="0"/>
                            </p:stCondLst>
                            <p:childTnLst>
                              <p:par>
                                <p:cTn id="193" nodeType="clickEffect" fill="hold" presetClass="entr" presetID="1">
                                  <p:stCondLst>
                                    <p:cond delay="0"/>
                                  </p:stCondLst>
                                  <p:childTnLst>
                                    <p:set>
                                      <p:cBhvr>
                                        <p:cTn id="194" dur="1" fill="hold">
                                          <p:stCondLst>
                                            <p:cond delay="0"/>
                                          </p:stCondLst>
                                        </p:cTn>
                                        <p:tgtEl>
                                          <p:spTgt spid="658"/>
                                        </p:tgtEl>
                                        <p:attrNameLst>
                                          <p:attrName>style.visibility</p:attrName>
                                        </p:attrNameLst>
                                      </p:cBhvr>
                                      <p:to>
                                        <p:strVal val="visible"/>
                                      </p:to>
                                    </p:set>
                                  </p:childTnLst>
                                </p:cTn>
                              </p:par>
                              <p:par>
                                <p:cTn id="195" nodeType="withEffect" fill="hold" presetClass="exit" presetID="10">
                                  <p:stCondLst>
                                    <p:cond delay="3000"/>
                                  </p:stCondLst>
                                  <p:childTnLst>
                                    <p:animEffect filter="fade" transition="out">
                                      <p:cBhvr additive="repl">
                                        <p:cTn id="196" dur="500"/>
                                        <p:tgtEl>
                                          <p:spTgt spid="658"/>
                                        </p:tgtEl>
                                      </p:cBhvr>
                                    </p:animEffect>
                                    <p:set>
                                      <p:cBhvr>
                                        <p:cTn id="197" dur="1" fill="hold">
                                          <p:stCondLst>
                                            <p:cond delay="500"/>
                                          </p:stCondLst>
                                        </p:cTn>
                                        <p:tgtEl>
                                          <p:spTgt spid="658"/>
                                        </p:tgtEl>
                                        <p:attrNameLst>
                                          <p:attrName>style.visibility</p:attrName>
                                        </p:attrNameLst>
                                      </p:cBhvr>
                                      <p:to>
                                        <p:strVal val="hidden"/>
                                      </p:to>
                                    </p:set>
                                  </p:childTnLst>
                                </p:cTn>
                              </p:par>
                            </p:childTnLst>
                          </p:cTn>
                        </p:par>
                      </p:childTnLst>
                    </p:cTn>
                  </p:par>
                  <p:par>
                    <p:cTn id="198" fill="hold">
                      <p:stCondLst>
                        <p:cond delay="indefinite"/>
                      </p:stCondLst>
                      <p:childTnLst>
                        <p:par>
                          <p:cTn id="199" fill="hold">
                            <p:stCondLst>
                              <p:cond delay="0"/>
                            </p:stCondLst>
                            <p:childTnLst>
                              <p:par>
                                <p:cTn id="200" nodeType="clickEffect" fill="hold" presetClass="entr" presetID="2" presetSubtype="4">
                                  <p:stCondLst>
                                    <p:cond delay="0"/>
                                  </p:stCondLst>
                                  <p:childTnLst>
                                    <p:set>
                                      <p:cBhvr>
                                        <p:cTn id="201" dur="1" fill="hold">
                                          <p:stCondLst>
                                            <p:cond delay="0"/>
                                          </p:stCondLst>
                                        </p:cTn>
                                        <p:tgtEl>
                                          <p:spTgt spid="655"/>
                                        </p:tgtEl>
                                        <p:attrNameLst>
                                          <p:attrName>style.visibility</p:attrName>
                                        </p:attrNameLst>
                                      </p:cBhvr>
                                      <p:to>
                                        <p:strVal val="visible"/>
                                      </p:to>
                                    </p:set>
                                    <p:anim calcmode="lin" valueType="num">
                                      <p:cBhvr additive="repl">
                                        <p:cTn id="202" dur="500"/>
                                        <p:tgtEl>
                                          <p:spTgt spid="655"/>
                                        </p:tgtEl>
                                        <p:attrNameLst>
                                          <p:attrName>ppt_y</p:attrName>
                                        </p:attrNameLst>
                                      </p:cBhvr>
                                      <p:tavLst>
                                        <p:tav tm="0">
                                          <p:val>
                                            <p:strVal val="#ppt_y+1"/>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nodeType="clickEffect" fill="hold" presetClass="entr" presetID="1">
                                  <p:stCondLst>
                                    <p:cond delay="0"/>
                                  </p:stCondLst>
                                  <p:childTnLst>
                                    <p:set>
                                      <p:cBhvr>
                                        <p:cTn id="206" dur="1" fill="hold">
                                          <p:stCondLst>
                                            <p:cond delay="0"/>
                                          </p:stCondLst>
                                        </p:cTn>
                                        <p:tgtEl>
                                          <p:spTgt spid="659"/>
                                        </p:tgtEl>
                                        <p:attrNameLst>
                                          <p:attrName>style.visibility</p:attrName>
                                        </p:attrNameLst>
                                      </p:cBhvr>
                                      <p:to>
                                        <p:strVal val="visible"/>
                                      </p:to>
                                    </p:set>
                                  </p:childTnLst>
                                </p:cTn>
                              </p:par>
                              <p:par>
                                <p:cTn id="207" nodeType="withEffect" fill="hold" presetClass="exit" presetID="10">
                                  <p:stCondLst>
                                    <p:cond delay="3000"/>
                                  </p:stCondLst>
                                  <p:childTnLst>
                                    <p:animEffect filter="fade" transition="out">
                                      <p:cBhvr additive="repl">
                                        <p:cTn id="208" dur="500"/>
                                        <p:tgtEl>
                                          <p:spTgt spid="659"/>
                                        </p:tgtEl>
                                      </p:cBhvr>
                                    </p:animEffect>
                                    <p:set>
                                      <p:cBhvr>
                                        <p:cTn id="209" dur="1" fill="hold">
                                          <p:stCondLst>
                                            <p:cond delay="500"/>
                                          </p:stCondLst>
                                        </p:cTn>
                                        <p:tgtEl>
                                          <p:spTgt spid="659"/>
                                        </p:tgtEl>
                                        <p:attrNameLst>
                                          <p:attrName>style.visibility</p:attrName>
                                        </p:attrNameLst>
                                      </p:cBhvr>
                                      <p:to>
                                        <p:strVal val="hidden"/>
                                      </p:to>
                                    </p:set>
                                  </p:childTnLst>
                                </p:cTn>
                              </p:par>
                            </p:childTnLst>
                          </p:cTn>
                        </p:par>
                      </p:childTnLst>
                    </p:cTn>
                  </p:par>
                  <p:par>
                    <p:cTn id="210" fill="hold">
                      <p:stCondLst>
                        <p:cond delay="indefinite"/>
                      </p:stCondLst>
                      <p:childTnLst>
                        <p:par>
                          <p:cTn id="211" fill="hold">
                            <p:stCondLst>
                              <p:cond delay="0"/>
                            </p:stCondLst>
                            <p:childTnLst>
                              <p:par>
                                <p:cTn id="212" nodeType="clickEffect" fill="hold" presetClass="entr" presetID="2" presetSubtype="4">
                                  <p:stCondLst>
                                    <p:cond delay="0"/>
                                  </p:stCondLst>
                                  <p:childTnLst>
                                    <p:set>
                                      <p:cBhvr>
                                        <p:cTn id="213" dur="1" fill="hold">
                                          <p:stCondLst>
                                            <p:cond delay="0"/>
                                          </p:stCondLst>
                                        </p:cTn>
                                        <p:tgtEl>
                                          <p:spTgt spid="656"/>
                                        </p:tgtEl>
                                        <p:attrNameLst>
                                          <p:attrName>style.visibility</p:attrName>
                                        </p:attrNameLst>
                                      </p:cBhvr>
                                      <p:to>
                                        <p:strVal val="visible"/>
                                      </p:to>
                                    </p:set>
                                    <p:anim calcmode="lin" valueType="num">
                                      <p:cBhvr additive="repl">
                                        <p:cTn id="214" dur="500"/>
                                        <p:tgtEl>
                                          <p:spTgt spid="656"/>
                                        </p:tgtEl>
                                        <p:attrNameLst>
                                          <p:attrName>ppt_y</p:attrName>
                                        </p:attrNameLst>
                                      </p:cBhvr>
                                      <p:tavLst>
                                        <p:tav tm="0">
                                          <p:val>
                                            <p:strVal val="#ppt_y+1"/>
                                          </p:val>
                                        </p:tav>
                                        <p:tav tm="100000">
                                          <p:val>
                                            <p:strVal val="#ppt_y"/>
                                          </p:val>
                                        </p:tav>
                                      </p:tavLst>
                                    </p:anim>
                                  </p:childTnLst>
                                </p:cTn>
                              </p:par>
                            </p:childTnLst>
                          </p:cTn>
                        </p:par>
                      </p:childTnLst>
                    </p:cTn>
                  </p:par>
                  <p:par>
                    <p:cTn id="215" fill="hold">
                      <p:stCondLst>
                        <p:cond delay="indefinite"/>
                      </p:stCondLst>
                      <p:childTnLst>
                        <p:par>
                          <p:cTn id="216" fill="hold">
                            <p:stCondLst>
                              <p:cond delay="0"/>
                            </p:stCondLst>
                            <p:childTnLst>
                              <p:par>
                                <p:cTn id="217" nodeType="clickEffect" fill="hold" presetClass="entr" presetID="1">
                                  <p:stCondLst>
                                    <p:cond delay="0"/>
                                  </p:stCondLst>
                                  <p:childTnLst>
                                    <p:set>
                                      <p:cBhvr>
                                        <p:cTn id="218" dur="1" fill="hold">
                                          <p:stCondLst>
                                            <p:cond delay="0"/>
                                          </p:stCondLst>
                                        </p:cTn>
                                        <p:tgtEl>
                                          <p:spTgt spid="660"/>
                                        </p:tgtEl>
                                        <p:attrNameLst>
                                          <p:attrName>style.visibility</p:attrName>
                                        </p:attrNameLst>
                                      </p:cBhvr>
                                      <p:to>
                                        <p:strVal val="visible"/>
                                      </p:to>
                                    </p:set>
                                  </p:childTnLst>
                                </p:cTn>
                              </p:par>
                              <p:par>
                                <p:cTn id="219" nodeType="withEffect" fill="hold" presetClass="exit" presetID="10">
                                  <p:stCondLst>
                                    <p:cond delay="3000"/>
                                  </p:stCondLst>
                                  <p:childTnLst>
                                    <p:animEffect filter="fade" transition="out">
                                      <p:cBhvr additive="repl">
                                        <p:cTn id="220" dur="500"/>
                                        <p:tgtEl>
                                          <p:spTgt spid="660"/>
                                        </p:tgtEl>
                                      </p:cBhvr>
                                    </p:animEffect>
                                    <p:set>
                                      <p:cBhvr>
                                        <p:cTn id="221" dur="1" fill="hold">
                                          <p:stCondLst>
                                            <p:cond delay="500"/>
                                          </p:stCondLst>
                                        </p:cTn>
                                        <p:tgtEl>
                                          <p:spTgt spid="660"/>
                                        </p:tgtEl>
                                        <p:attrNameLst>
                                          <p:attrName>style.visibility</p:attrName>
                                        </p:attrNameLst>
                                      </p:cBhvr>
                                      <p:to>
                                        <p:strVal val="hidden"/>
                                      </p:to>
                                    </p:set>
                                  </p:childTnLst>
                                </p:cTn>
                              </p:par>
                            </p:childTnLst>
                          </p:cTn>
                        </p:par>
                      </p:childTnLst>
                    </p:cTn>
                  </p:par>
                  <p:par>
                    <p:cTn id="222" fill="hold">
                      <p:stCondLst>
                        <p:cond delay="indefinite"/>
                      </p:stCondLst>
                      <p:childTnLst>
                        <p:par>
                          <p:cTn id="223" fill="hold">
                            <p:stCondLst>
                              <p:cond delay="0"/>
                            </p:stCondLst>
                            <p:childTnLst>
                              <p:par>
                                <p:cTn id="224" nodeType="clickEffect" fill="hold" presetClass="entr" presetID="2" presetSubtype="4">
                                  <p:stCondLst>
                                    <p:cond delay="0"/>
                                  </p:stCondLst>
                                  <p:childTnLst>
                                    <p:set>
                                      <p:cBhvr>
                                        <p:cTn id="225" dur="1" fill="hold">
                                          <p:stCondLst>
                                            <p:cond delay="0"/>
                                          </p:stCondLst>
                                        </p:cTn>
                                        <p:tgtEl>
                                          <p:spTgt spid="662"/>
                                        </p:tgtEl>
                                        <p:attrNameLst>
                                          <p:attrName>style.visibility</p:attrName>
                                        </p:attrNameLst>
                                      </p:cBhvr>
                                      <p:to>
                                        <p:strVal val="visible"/>
                                      </p:to>
                                    </p:set>
                                    <p:anim calcmode="lin" valueType="num">
                                      <p:cBhvr additive="repl">
                                        <p:cTn id="226" dur="500"/>
                                        <p:tgtEl>
                                          <p:spTgt spid="6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Num" idx="58"/>
          </p:nvPr>
        </p:nvSpPr>
        <p:spPr>
          <a:xfrm>
            <a:off x="9286560" y="2852640"/>
            <a:ext cx="2937600" cy="104832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E4223AD-BE93-4F43-82D5-B171B2C3E1C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64" name="PlaceHolder 2"/>
          <p:cNvSpPr>
            <a:spLocks noGrp="1"/>
          </p:cNvSpPr>
          <p:nvPr>
            <p:ph/>
          </p:nvPr>
        </p:nvSpPr>
        <p:spPr>
          <a:xfrm>
            <a:off x="626040" y="1902600"/>
            <a:ext cx="9832320" cy="4478400"/>
          </a:xfrm>
          <a:prstGeom prst="rect">
            <a:avLst/>
          </a:prstGeom>
          <a:noFill/>
          <a:ln w="0">
            <a:noFill/>
          </a:ln>
        </p:spPr>
        <p:txBody>
          <a:bodyPr lIns="0" rIns="0" anchor="t">
            <a:normAutofit/>
          </a:bodyPr>
          <a:p>
            <a:pPr indent="0" algn="just">
              <a:lnSpc>
                <a:spcPct val="90000"/>
              </a:lnSpc>
              <a:buNone/>
              <a:tabLst>
                <a:tab algn="l" pos="0"/>
              </a:tabLst>
            </a:pPr>
            <a:r>
              <a:rPr b="0" lang="es-ES" sz="2000" spc="-1" strike="noStrike">
                <a:solidFill>
                  <a:srgbClr val="3f3f3f"/>
                </a:solidFill>
                <a:latin typeface="Calibri"/>
                <a:ea typeface="Calibri"/>
              </a:rPr>
              <a:t>El Ingeniero debe dominar los aspectos técnicos, aprender habilidades requeridas para entender el problema, diseñar solución desarrollarla, etc</a:t>
            </a:r>
            <a:endParaRPr b="0" lang="es-AR" sz="2000" spc="-1" strike="noStrike">
              <a:solidFill>
                <a:srgbClr val="000000"/>
              </a:solidFill>
              <a:latin typeface="Arial"/>
            </a:endParaRPr>
          </a:p>
          <a:p>
            <a:pPr indent="0" algn="just">
              <a:lnSpc>
                <a:spcPct val="90000"/>
              </a:lnSpc>
              <a:buNone/>
              <a:tabLst>
                <a:tab algn="l" pos="0"/>
              </a:tabLst>
            </a:pPr>
            <a:endParaRPr b="0" lang="es-AR" sz="2000" spc="-1" strike="noStrike">
              <a:solidFill>
                <a:srgbClr val="000000"/>
              </a:solidFill>
              <a:latin typeface="Arial"/>
            </a:endParaRPr>
          </a:p>
          <a:p>
            <a:pPr indent="0" algn="just">
              <a:lnSpc>
                <a:spcPct val="85000"/>
              </a:lnSpc>
              <a:buNone/>
              <a:tabLst>
                <a:tab algn="l" pos="0"/>
              </a:tabLst>
            </a:pPr>
            <a:r>
              <a:rPr b="0" lang="es-ES" sz="2000" spc="-1" strike="noStrike">
                <a:solidFill>
                  <a:srgbClr val="3f3f3f"/>
                </a:solidFill>
                <a:latin typeface="Calibri"/>
                <a:ea typeface="Calibri"/>
              </a:rPr>
              <a:t>Pero además, los aspectos humanos son lo que lo harán un ingeniero efectivo.</a:t>
            </a:r>
            <a:endParaRPr b="0" lang="es-AR" sz="2000" spc="-1" strike="noStrike">
              <a:solidFill>
                <a:srgbClr val="000000"/>
              </a:solidFill>
              <a:latin typeface="Arial"/>
            </a:endParaRPr>
          </a:p>
          <a:p>
            <a:pPr indent="0" algn="just">
              <a:lnSpc>
                <a:spcPct val="85000"/>
              </a:lnSpc>
              <a:buNone/>
              <a:tabLst>
                <a:tab algn="l" pos="0"/>
              </a:tabLst>
            </a:pPr>
            <a:endParaRPr b="0" lang="es-AR" sz="2000" spc="-1" strike="noStrike">
              <a:solidFill>
                <a:srgbClr val="000000"/>
              </a:solidFill>
              <a:latin typeface="Arial"/>
            </a:endParaRPr>
          </a:p>
          <a:p>
            <a:pPr indent="0" algn="just">
              <a:lnSpc>
                <a:spcPct val="85000"/>
              </a:lnSpc>
              <a:buNone/>
              <a:tabLst>
                <a:tab algn="l" pos="0"/>
              </a:tabLst>
            </a:pPr>
            <a:r>
              <a:rPr b="0" lang="es-ES" sz="2000" spc="-1" strike="noStrike">
                <a:solidFill>
                  <a:srgbClr val="3f3f3f"/>
                </a:solidFill>
                <a:latin typeface="Calibri"/>
                <a:ea typeface="Calibri"/>
              </a:rPr>
              <a:t>Tener un sentido de </a:t>
            </a:r>
            <a:r>
              <a:rPr b="0" i="1" lang="es-ES" sz="2000" spc="-1" strike="noStrike">
                <a:solidFill>
                  <a:srgbClr val="3f3f3f"/>
                </a:solidFill>
                <a:latin typeface="Calibri"/>
                <a:ea typeface="Calibri"/>
              </a:rPr>
              <a:t>responsabilidad individual</a:t>
            </a:r>
            <a:r>
              <a:rPr b="0" lang="es-ES" sz="2000" spc="-1" strike="noStrike">
                <a:solidFill>
                  <a:srgbClr val="3f3f3f"/>
                </a:solidFill>
                <a:latin typeface="Calibri"/>
                <a:ea typeface="Calibri"/>
              </a:rPr>
              <a:t>, </a:t>
            </a:r>
            <a:r>
              <a:rPr b="0" i="1" lang="es-ES" sz="2000" spc="-1" strike="noStrike">
                <a:solidFill>
                  <a:srgbClr val="3f3f3f"/>
                </a:solidFill>
                <a:latin typeface="Calibri"/>
                <a:ea typeface="Calibri"/>
              </a:rPr>
              <a:t>aguda conciencia </a:t>
            </a:r>
            <a:r>
              <a:rPr b="0" lang="es-ES" sz="2000" spc="-1" strike="noStrike">
                <a:solidFill>
                  <a:srgbClr val="3f3f3f"/>
                </a:solidFill>
                <a:latin typeface="Calibri"/>
                <a:ea typeface="Calibri"/>
              </a:rPr>
              <a:t>de las necesitades del equipo, </a:t>
            </a:r>
            <a:r>
              <a:rPr b="0" i="1" lang="es-ES" sz="2000" spc="-1" strike="noStrike">
                <a:solidFill>
                  <a:srgbClr val="3f3f3f"/>
                </a:solidFill>
                <a:latin typeface="Calibri"/>
                <a:ea typeface="Calibri"/>
              </a:rPr>
              <a:t>atención al detalle </a:t>
            </a:r>
            <a:r>
              <a:rPr b="0" lang="es-ES" sz="2000" spc="-1" strike="noStrike">
                <a:solidFill>
                  <a:srgbClr val="3f3f3f"/>
                </a:solidFill>
                <a:latin typeface="Calibri"/>
                <a:ea typeface="Calibri"/>
              </a:rPr>
              <a:t>entre otros.</a:t>
            </a:r>
            <a:endParaRPr b="0" lang="es-AR" sz="2000" spc="-1" strike="noStrike">
              <a:solidFill>
                <a:srgbClr val="000000"/>
              </a:solidFill>
              <a:latin typeface="Arial"/>
            </a:endParaRPr>
          </a:p>
        </p:txBody>
      </p:sp>
      <p:sp>
        <p:nvSpPr>
          <p:cNvPr id="665" name="Google Shape;587;p18"/>
          <p:cNvSpPr/>
          <p:nvPr/>
        </p:nvSpPr>
        <p:spPr>
          <a:xfrm>
            <a:off x="576000" y="404640"/>
            <a:ext cx="10471680" cy="1272960"/>
          </a:xfrm>
          <a:prstGeom prst="rect">
            <a:avLst/>
          </a:prstGeom>
          <a:noFill/>
          <a:ln w="0">
            <a:noFill/>
          </a:ln>
        </p:spPr>
        <p:style>
          <a:lnRef idx="0"/>
          <a:fillRef idx="0"/>
          <a:effectRef idx="0"/>
          <a:fontRef idx="minor"/>
        </p:style>
        <p:txBody>
          <a:bodyPr anchor="ctr">
            <a:noAutofit/>
          </a:bodyPr>
          <a:p>
            <a:pPr>
              <a:lnSpc>
                <a:spcPct val="85000"/>
              </a:lnSpc>
              <a:tabLst>
                <a:tab algn="l" pos="0"/>
              </a:tabLst>
            </a:pPr>
            <a:r>
              <a:rPr b="1" lang="es-ES" sz="4400" spc="-1" strike="noStrike">
                <a:solidFill>
                  <a:schemeClr val="accent1"/>
                </a:solidFill>
                <a:latin typeface="Calibri"/>
                <a:ea typeface="Calibri"/>
              </a:rPr>
              <a:t>Características de un Ingeniero/a de software</a:t>
            </a:r>
            <a:endParaRPr b="0" lang="es-AR" sz="4400" spc="-1" strike="noStrike">
              <a:solidFill>
                <a:srgbClr val="000000"/>
              </a:solidFill>
              <a:latin typeface="Arial"/>
            </a:endParaRPr>
          </a:p>
        </p:txBody>
      </p:sp>
      <p:pic>
        <p:nvPicPr>
          <p:cNvPr id="666" name="Google Shape;588;p18" descr=""/>
          <p:cNvPicPr/>
          <p:nvPr/>
        </p:nvPicPr>
        <p:blipFill>
          <a:blip r:embed="rId1"/>
          <a:srcRect l="3932" t="0" r="3586" b="0"/>
          <a:stretch/>
        </p:blipFill>
        <p:spPr>
          <a:xfrm>
            <a:off x="4867560" y="3853800"/>
            <a:ext cx="4240440" cy="2443680"/>
          </a:xfrm>
          <a:prstGeom prst="rect">
            <a:avLst/>
          </a:prstGeom>
          <a:ln w="0">
            <a:noFill/>
          </a:ln>
        </p:spPr>
      </p:pic>
      <p:sp>
        <p:nvSpPr>
          <p:cNvPr id="667" name="Google Shape;589;p18"/>
          <p:cNvSpPr/>
          <p:nvPr/>
        </p:nvSpPr>
        <p:spPr>
          <a:xfrm>
            <a:off x="5679360" y="6467400"/>
            <a:ext cx="1566000" cy="4561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200" spc="-1" strike="noStrike">
                <a:solidFill>
                  <a:srgbClr val="bfbfbf"/>
                </a:solidFill>
                <a:latin typeface="Calibri"/>
                <a:ea typeface="Calibri"/>
              </a:rPr>
              <a:t>Pressman .2021 Cap 1</a:t>
            </a:r>
            <a:endParaRPr b="0" lang="es-AR" sz="12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timing>
    <p:tnLst>
      <p:par>
        <p:cTn id="227" dur="indefinite" restart="never" nodeType="tmRoot">
          <p:childTnLst>
            <p:seq>
              <p:cTn id="228" dur="indefinite" nodeType="mainSeq">
                <p:childTnLst>
                  <p:par>
                    <p:cTn id="229" fill="hold">
                      <p:stCondLst>
                        <p:cond delay="indefinite"/>
                      </p:stCondLst>
                      <p:childTnLst>
                        <p:par>
                          <p:cTn id="230" fill="hold">
                            <p:stCondLst>
                              <p:cond delay="0"/>
                            </p:stCondLst>
                            <p:childTnLst>
                              <p:par>
                                <p:cTn id="231" nodeType="clickEffect" fill="hold" presetClass="entr" presetID="10">
                                  <p:stCondLst>
                                    <p:cond delay="0"/>
                                  </p:stCondLst>
                                  <p:childTnLst>
                                    <p:set>
                                      <p:cBhvr>
                                        <p:cTn id="232" dur="1" fill="hold">
                                          <p:stCondLst>
                                            <p:cond delay="0"/>
                                          </p:stCondLst>
                                        </p:cTn>
                                        <p:tgtEl>
                                          <p:spTgt spid="664">
                                            <p:txEl>
                                              <p:pRg st="0" end="0"/>
                                            </p:txEl>
                                          </p:spTgt>
                                        </p:tgtEl>
                                        <p:attrNameLst>
                                          <p:attrName>style.visibility</p:attrName>
                                        </p:attrNameLst>
                                      </p:cBhvr>
                                      <p:to>
                                        <p:strVal val="visible"/>
                                      </p:to>
                                    </p:set>
                                    <p:animEffect filter="fade" transition="in">
                                      <p:cBhvr additive="repl">
                                        <p:cTn id="233" dur="2000"/>
                                        <p:tgtEl>
                                          <p:spTgt spid="664">
                                            <p:txEl>
                                              <p:pRg st="0" end="0"/>
                                            </p:txEl>
                                          </p:spTgt>
                                        </p:tgtEl>
                                      </p:cBhvr>
                                    </p:animEffect>
                                  </p:childTnLst>
                                </p:cTn>
                              </p:par>
                            </p:childTnLst>
                          </p:cTn>
                        </p:par>
                      </p:childTnLst>
                    </p:cTn>
                  </p:par>
                  <p:par>
                    <p:cTn id="234" fill="hold">
                      <p:stCondLst>
                        <p:cond delay="indefinite"/>
                      </p:stCondLst>
                      <p:childTnLst>
                        <p:par>
                          <p:cTn id="235" fill="hold">
                            <p:stCondLst>
                              <p:cond delay="0"/>
                            </p:stCondLst>
                            <p:childTnLst>
                              <p:par>
                                <p:cTn id="236" nodeType="clickEffect" fill="hold" presetClass="entr" presetID="10">
                                  <p:stCondLst>
                                    <p:cond delay="0"/>
                                  </p:stCondLst>
                                  <p:childTnLst>
                                    <p:set>
                                      <p:cBhvr>
                                        <p:cTn id="237" dur="1" fill="hold">
                                          <p:stCondLst>
                                            <p:cond delay="0"/>
                                          </p:stCondLst>
                                        </p:cTn>
                                        <p:tgtEl>
                                          <p:spTgt spid="664">
                                            <p:txEl>
                                              <p:pRg st="2" end="2"/>
                                            </p:txEl>
                                          </p:spTgt>
                                        </p:tgtEl>
                                        <p:attrNameLst>
                                          <p:attrName>style.visibility</p:attrName>
                                        </p:attrNameLst>
                                      </p:cBhvr>
                                      <p:to>
                                        <p:strVal val="visible"/>
                                      </p:to>
                                    </p:set>
                                    <p:animEffect filter="fade" transition="in">
                                      <p:cBhvr additive="repl">
                                        <p:cTn id="238" dur="2000"/>
                                        <p:tgtEl>
                                          <p:spTgt spid="664">
                                            <p:txEl>
                                              <p:pRg st="2" end="2"/>
                                            </p:txEl>
                                          </p:spTgt>
                                        </p:tgtEl>
                                      </p:cBhvr>
                                    </p:animEffect>
                                  </p:childTnLst>
                                </p:cTn>
                              </p:par>
                            </p:childTnLst>
                          </p:cTn>
                        </p:par>
                      </p:childTnLst>
                    </p:cTn>
                  </p:par>
                  <p:par>
                    <p:cTn id="239" fill="hold">
                      <p:stCondLst>
                        <p:cond delay="indefinite"/>
                      </p:stCondLst>
                      <p:childTnLst>
                        <p:par>
                          <p:cTn id="240" fill="hold">
                            <p:stCondLst>
                              <p:cond delay="0"/>
                            </p:stCondLst>
                            <p:childTnLst>
                              <p:par>
                                <p:cTn id="241" nodeType="clickEffect" fill="hold" presetClass="entr" presetID="10">
                                  <p:stCondLst>
                                    <p:cond delay="0"/>
                                  </p:stCondLst>
                                  <p:childTnLst>
                                    <p:set>
                                      <p:cBhvr>
                                        <p:cTn id="242" dur="1" fill="hold">
                                          <p:stCondLst>
                                            <p:cond delay="0"/>
                                          </p:stCondLst>
                                        </p:cTn>
                                        <p:tgtEl>
                                          <p:spTgt spid="664">
                                            <p:txEl>
                                              <p:pRg st="4" end="4"/>
                                            </p:txEl>
                                          </p:spTgt>
                                        </p:tgtEl>
                                        <p:attrNameLst>
                                          <p:attrName>style.visibility</p:attrName>
                                        </p:attrNameLst>
                                      </p:cBhvr>
                                      <p:to>
                                        <p:strVal val="visible"/>
                                      </p:to>
                                    </p:set>
                                    <p:animEffect filter="fade" transition="in">
                                      <p:cBhvr additive="repl">
                                        <p:cTn id="243" dur="2000"/>
                                        <p:tgtEl>
                                          <p:spTgt spid="664">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title"/>
          </p:nvPr>
        </p:nvSpPr>
        <p:spPr>
          <a:xfrm>
            <a:off x="1101600" y="286560"/>
            <a:ext cx="10098720" cy="1073880"/>
          </a:xfrm>
          <a:prstGeom prst="rect">
            <a:avLst/>
          </a:prstGeom>
          <a:noFill/>
          <a:ln w="0">
            <a:noFill/>
          </a:ln>
        </p:spPr>
        <p:txBody>
          <a:bodyPr anchor="b">
            <a:normAutofit fontScale="89000"/>
          </a:bodyPr>
          <a:p>
            <a:pPr indent="0">
              <a:lnSpc>
                <a:spcPct val="85000"/>
              </a:lnSpc>
              <a:buNone/>
              <a:tabLst>
                <a:tab algn="l" pos="0"/>
              </a:tabLst>
            </a:pPr>
            <a:r>
              <a:rPr b="1" lang="es-ES" sz="4400" spc="-1" strike="noStrike">
                <a:solidFill>
                  <a:srgbClr val="3f3f3f"/>
                </a:solidFill>
                <a:latin typeface="Calibri"/>
                <a:ea typeface="Calibri"/>
              </a:rPr>
              <a:t>Responsabilidad profesional y ética</a:t>
            </a:r>
            <a:endParaRPr b="0" lang="es-AR" sz="4400" spc="-1" strike="noStrike">
              <a:solidFill>
                <a:srgbClr val="000000"/>
              </a:solidFill>
              <a:latin typeface="Arial"/>
            </a:endParaRPr>
          </a:p>
        </p:txBody>
      </p:sp>
      <p:sp>
        <p:nvSpPr>
          <p:cNvPr id="669" name="PlaceHolder 2"/>
          <p:cNvSpPr>
            <a:spLocks noGrp="1"/>
          </p:cNvSpPr>
          <p:nvPr>
            <p:ph/>
          </p:nvPr>
        </p:nvSpPr>
        <p:spPr>
          <a:xfrm>
            <a:off x="1101600" y="1845720"/>
            <a:ext cx="10098720" cy="4023000"/>
          </a:xfrm>
          <a:prstGeom prst="rect">
            <a:avLst/>
          </a:prstGeom>
          <a:noFill/>
          <a:ln w="0">
            <a:noFill/>
          </a:ln>
        </p:spPr>
        <p:txBody>
          <a:bodyPr lIns="0" rIns="0" anchor="t">
            <a:noAutofit/>
          </a:bodyPr>
          <a:p>
            <a:pPr indent="0" algn="just">
              <a:lnSpc>
                <a:spcPct val="90000"/>
              </a:lnSpc>
              <a:buNone/>
              <a:tabLst>
                <a:tab algn="l" pos="0"/>
              </a:tabLst>
            </a:pPr>
            <a:r>
              <a:rPr b="0" lang="es-ES" sz="3200" spc="-1" strike="noStrike">
                <a:solidFill>
                  <a:srgbClr val="3f3f3f"/>
                </a:solidFill>
                <a:latin typeface="Calibri"/>
                <a:ea typeface="Calibri"/>
              </a:rPr>
              <a:t>La Ingeniería de Software se desarrolla en un marco económico, social y legal.</a:t>
            </a:r>
            <a:endParaRPr b="0" lang="es-AR" sz="3200" spc="-1" strike="noStrike">
              <a:solidFill>
                <a:srgbClr val="000000"/>
              </a:solidFill>
              <a:latin typeface="Arial"/>
            </a:endParaRPr>
          </a:p>
          <a:p>
            <a:pPr lvl="1" marL="384120" indent="-182880">
              <a:lnSpc>
                <a:spcPct val="90000"/>
              </a:lnSpc>
              <a:spcBef>
                <a:spcPts val="400"/>
              </a:spcBef>
              <a:buClr>
                <a:srgbClr val="549e39"/>
              </a:buClr>
              <a:buFont typeface="Calibri"/>
              <a:buChar char="◦"/>
              <a:tabLst>
                <a:tab algn="l" pos="0"/>
              </a:tabLst>
            </a:pPr>
            <a:r>
              <a:rPr b="0" lang="es-ES" sz="2400" spc="-1" strike="noStrike">
                <a:solidFill>
                  <a:srgbClr val="3f3f3f"/>
                </a:solidFill>
                <a:latin typeface="Calibri"/>
                <a:ea typeface="Calibri"/>
              </a:rPr>
              <a:t>Los IS deben aceptar responsabilidades más amplias que las responsabilidades técnicas</a:t>
            </a:r>
            <a:endParaRPr b="0" lang="es-AR" sz="2400" spc="-1" strike="noStrike">
              <a:solidFill>
                <a:srgbClr val="000000"/>
              </a:solidFill>
              <a:latin typeface="Arial"/>
            </a:endParaRPr>
          </a:p>
          <a:p>
            <a:pPr marL="384120" indent="0">
              <a:lnSpc>
                <a:spcPct val="90000"/>
              </a:lnSpc>
              <a:spcBef>
                <a:spcPts val="601"/>
              </a:spcBef>
              <a:buNone/>
              <a:tabLst>
                <a:tab algn="l" pos="0"/>
              </a:tabLst>
            </a:pPr>
            <a:endParaRPr b="0" lang="es-AR" sz="1200" spc="-1" strike="noStrike">
              <a:solidFill>
                <a:srgbClr val="000000"/>
              </a:solidFill>
              <a:latin typeface="Arial"/>
            </a:endParaRPr>
          </a:p>
          <a:p>
            <a:pPr marL="91440" indent="-91440" algn="just">
              <a:lnSpc>
                <a:spcPct val="90000"/>
              </a:lnSpc>
              <a:spcBef>
                <a:spcPts val="1599"/>
              </a:spcBef>
              <a:buClr>
                <a:srgbClr val="549e39"/>
              </a:buClr>
              <a:buFont typeface="Calibri"/>
              <a:buChar char=" "/>
              <a:tabLst>
                <a:tab algn="l" pos="0"/>
              </a:tabLst>
            </a:pPr>
            <a:r>
              <a:rPr b="0" lang="es-ES" sz="3200" spc="-1" strike="noStrike">
                <a:solidFill>
                  <a:srgbClr val="3f3f3f"/>
                </a:solidFill>
                <a:latin typeface="Calibri"/>
                <a:ea typeface="Calibri"/>
              </a:rPr>
              <a:t>No debe utilizar su capacidad y habilidades de forma deshonesta, o de forma que deshonre la profesión. </a:t>
            </a:r>
            <a:endParaRPr b="0" lang="es-AR" sz="3200" spc="-1" strike="noStrike">
              <a:solidFill>
                <a:srgbClr val="000000"/>
              </a:solidFill>
              <a:latin typeface="Arial"/>
            </a:endParaRPr>
          </a:p>
        </p:txBody>
      </p:sp>
      <p:sp>
        <p:nvSpPr>
          <p:cNvPr id="670" name="PlaceHolder 3"/>
          <p:cNvSpPr>
            <a:spLocks noGrp="1"/>
          </p:cNvSpPr>
          <p:nvPr>
            <p:ph type="sldNum" idx="59"/>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3D952D22-A061-4DEE-B181-D8DB88328538}"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71" name="PlaceHolder 4"/>
          <p:cNvSpPr>
            <a:spLocks noGrp="1"/>
          </p:cNvSpPr>
          <p:nvPr>
            <p:ph/>
          </p:nvPr>
        </p:nvSpPr>
        <p:spPr>
          <a:xfrm>
            <a:off x="8438040" y="5562720"/>
            <a:ext cx="2171520" cy="306000"/>
          </a:xfrm>
          <a:prstGeom prst="rect">
            <a:avLst/>
          </a:prstGeom>
          <a:noFill/>
          <a:ln w="0">
            <a:noFill/>
          </a:ln>
        </p:spPr>
        <p:txBody>
          <a:bodyPr lIns="0" rIns="0" anchor="t">
            <a:normAutofit fontScale="64000"/>
          </a:bodyPr>
          <a:p>
            <a:pPr marL="75240" indent="-81000">
              <a:lnSpc>
                <a:spcPct val="90000"/>
              </a:lnSpc>
              <a:buClr>
                <a:srgbClr val="549e39"/>
              </a:buClr>
              <a:buFont typeface="Calibri"/>
              <a:buChar char=" "/>
            </a:pPr>
            <a:r>
              <a:rPr b="0" lang="es-ES" sz="2000" spc="-1" strike="noStrike">
                <a:solidFill>
                  <a:srgbClr val="c00000"/>
                </a:solidFill>
                <a:latin typeface="Calibri"/>
                <a:ea typeface="Calibri"/>
              </a:rPr>
              <a:t>Sommerville – Capítulo 1</a:t>
            </a:r>
            <a:endParaRPr b="0" lang="es-AR"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44" dur="indefinite" restart="never" nodeType="tmRoot">
          <p:childTnLst>
            <p:seq>
              <p:cTn id="245" dur="indefinite" nodeType="mainSeq">
                <p:childTnLst>
                  <p:par>
                    <p:cTn id="246" fill="hold">
                      <p:stCondLst>
                        <p:cond delay="indefinite"/>
                      </p:stCondLst>
                      <p:childTnLst>
                        <p:par>
                          <p:cTn id="247" fill="hold">
                            <p:stCondLst>
                              <p:cond delay="0"/>
                            </p:stCondLst>
                            <p:childTnLst>
                              <p:par>
                                <p:cTn id="248" nodeType="clickEffect" fill="hold" presetClass="entr" presetID="10">
                                  <p:stCondLst>
                                    <p:cond delay="0"/>
                                  </p:stCondLst>
                                  <p:childTnLst>
                                    <p:set>
                                      <p:cBhvr>
                                        <p:cTn id="249" dur="1" fill="hold">
                                          <p:stCondLst>
                                            <p:cond delay="0"/>
                                          </p:stCondLst>
                                        </p:cTn>
                                        <p:tgtEl>
                                          <p:spTgt spid="669">
                                            <p:txEl>
                                              <p:pRg st="0" end="0"/>
                                            </p:txEl>
                                          </p:spTgt>
                                        </p:tgtEl>
                                        <p:attrNameLst>
                                          <p:attrName>style.visibility</p:attrName>
                                        </p:attrNameLst>
                                      </p:cBhvr>
                                      <p:to>
                                        <p:strVal val="visible"/>
                                      </p:to>
                                    </p:set>
                                    <p:animEffect filter="fade" transition="in">
                                      <p:cBhvr additive="repl">
                                        <p:cTn id="250" dur="2000"/>
                                        <p:tgtEl>
                                          <p:spTgt spid="669">
                                            <p:txEl>
                                              <p:pRg st="0" end="0"/>
                                            </p:txEl>
                                          </p:spTgt>
                                        </p:tgtEl>
                                      </p:cBhvr>
                                    </p:animEffect>
                                  </p:childTnLst>
                                </p:cTn>
                              </p:par>
                              <p:par>
                                <p:cTn id="251" nodeType="withEffect" fill="hold" presetClass="entr" presetID="10">
                                  <p:stCondLst>
                                    <p:cond delay="0"/>
                                  </p:stCondLst>
                                  <p:childTnLst>
                                    <p:set>
                                      <p:cBhvr>
                                        <p:cTn id="252" dur="1" fill="hold">
                                          <p:stCondLst>
                                            <p:cond delay="0"/>
                                          </p:stCondLst>
                                        </p:cTn>
                                        <p:tgtEl>
                                          <p:spTgt spid="669">
                                            <p:txEl>
                                              <p:pRg st="1" end="1"/>
                                            </p:txEl>
                                          </p:spTgt>
                                        </p:tgtEl>
                                        <p:attrNameLst>
                                          <p:attrName>style.visibility</p:attrName>
                                        </p:attrNameLst>
                                      </p:cBhvr>
                                      <p:to>
                                        <p:strVal val="visible"/>
                                      </p:to>
                                    </p:set>
                                    <p:animEffect filter="fade" transition="in">
                                      <p:cBhvr additive="repl">
                                        <p:cTn id="253" dur="2000"/>
                                        <p:tgtEl>
                                          <p:spTgt spid="669">
                                            <p:txEl>
                                              <p:pRg st="1" end="1"/>
                                            </p:txEl>
                                          </p:spTgt>
                                        </p:tgtEl>
                                      </p:cBhvr>
                                    </p:animEffect>
                                  </p:childTnLst>
                                </p:cTn>
                              </p:par>
                            </p:childTnLst>
                          </p:cTn>
                        </p:par>
                      </p:childTnLst>
                    </p:cTn>
                  </p:par>
                  <p:par>
                    <p:cTn id="254" fill="hold">
                      <p:stCondLst>
                        <p:cond delay="indefinite"/>
                      </p:stCondLst>
                      <p:childTnLst>
                        <p:par>
                          <p:cTn id="255" fill="hold">
                            <p:stCondLst>
                              <p:cond delay="0"/>
                            </p:stCondLst>
                            <p:childTnLst>
                              <p:par>
                                <p:cTn id="256" nodeType="clickEffect" fill="hold" presetClass="entr" presetID="10">
                                  <p:stCondLst>
                                    <p:cond delay="0"/>
                                  </p:stCondLst>
                                  <p:childTnLst>
                                    <p:set>
                                      <p:cBhvr>
                                        <p:cTn id="257" dur="1" fill="hold">
                                          <p:stCondLst>
                                            <p:cond delay="0"/>
                                          </p:stCondLst>
                                        </p:cTn>
                                        <p:tgtEl>
                                          <p:spTgt spid="669">
                                            <p:txEl>
                                              <p:pRg st="3" end="3"/>
                                            </p:txEl>
                                          </p:spTgt>
                                        </p:tgtEl>
                                        <p:attrNameLst>
                                          <p:attrName>style.visibility</p:attrName>
                                        </p:attrNameLst>
                                      </p:cBhvr>
                                      <p:to>
                                        <p:strVal val="visible"/>
                                      </p:to>
                                    </p:set>
                                    <p:animEffect filter="fade" transition="in">
                                      <p:cBhvr additive="repl">
                                        <p:cTn id="258" dur="2000"/>
                                        <p:tgtEl>
                                          <p:spTgt spid="669">
                                            <p:txEl>
                                              <p:pRg st="3" end="3"/>
                                            </p:txEl>
                                          </p:spTgt>
                                        </p:tgtEl>
                                      </p:cBhvr>
                                    </p:animEffect>
                                  </p:childTnLst>
                                </p:cTn>
                              </p:par>
                              <p:par>
                                <p:cTn id="259" nodeType="withEffect" fill="hold" presetClass="entr" presetID="1">
                                  <p:stCondLst>
                                    <p:cond delay="0"/>
                                  </p:stCondLst>
                                  <p:childTnLst>
                                    <p:set>
                                      <p:cBhvr>
                                        <p:cTn id="260" dur="1" fill="hold">
                                          <p:stCondLst>
                                            <p:cond delay="0"/>
                                          </p:stCondLst>
                                        </p:cTn>
                                        <p:tgtEl>
                                          <p:spTgt spid="671">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title"/>
          </p:nvPr>
        </p:nvSpPr>
        <p:spPr>
          <a:xfrm>
            <a:off x="626040" y="643320"/>
            <a:ext cx="10815840" cy="842400"/>
          </a:xfrm>
          <a:prstGeom prst="rect">
            <a:avLst/>
          </a:prstGeom>
          <a:noFill/>
          <a:ln w="0">
            <a:noFill/>
          </a:ln>
        </p:spPr>
        <p:txBody>
          <a:bodyPr anchor="b">
            <a:normAutofit fontScale="81000"/>
          </a:bodyPr>
          <a:p>
            <a:pPr indent="0">
              <a:lnSpc>
                <a:spcPct val="85000"/>
              </a:lnSpc>
              <a:buNone/>
              <a:tabLst>
                <a:tab algn="l" pos="0"/>
              </a:tabLst>
            </a:pPr>
            <a:r>
              <a:rPr b="1" lang="es-ES" sz="4400" spc="-1" strike="noStrike">
                <a:solidFill>
                  <a:srgbClr val="3f3f3f"/>
                </a:solidFill>
                <a:latin typeface="Calibri"/>
                <a:ea typeface="Calibri"/>
              </a:rPr>
              <a:t>Responsabilidad profesional y ética</a:t>
            </a:r>
            <a:endParaRPr b="0" lang="es-AR" sz="4400" spc="-1" strike="noStrike">
              <a:solidFill>
                <a:srgbClr val="000000"/>
              </a:solidFill>
              <a:latin typeface="Arial"/>
            </a:endParaRPr>
          </a:p>
        </p:txBody>
      </p:sp>
      <p:sp>
        <p:nvSpPr>
          <p:cNvPr id="673" name="PlaceHolder 2"/>
          <p:cNvSpPr>
            <a:spLocks noGrp="1"/>
          </p:cNvSpPr>
          <p:nvPr>
            <p:ph type="sldNum" idx="60"/>
          </p:nvPr>
        </p:nvSpPr>
        <p:spPr>
          <a:xfrm>
            <a:off x="9286560" y="2852640"/>
            <a:ext cx="2937600" cy="104832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A0A8601-17B9-4412-B354-35FB4743E3A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74" name="PlaceHolder 3"/>
          <p:cNvSpPr>
            <a:spLocks noGrp="1"/>
          </p:cNvSpPr>
          <p:nvPr>
            <p:ph/>
          </p:nvPr>
        </p:nvSpPr>
        <p:spPr>
          <a:xfrm>
            <a:off x="5976000" y="6509520"/>
            <a:ext cx="2170800" cy="304920"/>
          </a:xfrm>
          <a:prstGeom prst="rect">
            <a:avLst/>
          </a:prstGeom>
          <a:noFill/>
          <a:ln w="0">
            <a:noFill/>
          </a:ln>
        </p:spPr>
        <p:txBody>
          <a:bodyPr lIns="0" rIns="0" anchor="t">
            <a:noAutofit/>
          </a:bodyPr>
          <a:p>
            <a:pPr marL="91440" indent="0">
              <a:lnSpc>
                <a:spcPct val="90000"/>
              </a:lnSpc>
              <a:buNone/>
              <a:tabLst>
                <a:tab algn="l" pos="0"/>
              </a:tabLst>
            </a:pPr>
            <a:r>
              <a:rPr b="0" lang="es-ES" sz="820" spc="-1" strike="noStrike">
                <a:solidFill>
                  <a:srgbClr val="c00000"/>
                </a:solidFill>
                <a:latin typeface="Calibri"/>
                <a:ea typeface="Calibri"/>
              </a:rPr>
              <a:t>Sommerville – Capítulo 1</a:t>
            </a:r>
            <a:endParaRPr b="0" lang="es-AR" sz="820" spc="-1" strike="noStrike">
              <a:solidFill>
                <a:srgbClr val="000000"/>
              </a:solidFill>
              <a:latin typeface="Arial"/>
            </a:endParaRPr>
          </a:p>
          <a:p>
            <a:pPr marL="91440" indent="0">
              <a:lnSpc>
                <a:spcPct val="90000"/>
              </a:lnSpc>
              <a:buNone/>
              <a:tabLst>
                <a:tab algn="l" pos="0"/>
              </a:tabLst>
            </a:pPr>
            <a:endParaRPr b="0" lang="es-AR" sz="820" spc="-1" strike="noStrike">
              <a:solidFill>
                <a:srgbClr val="000000"/>
              </a:solidFill>
              <a:latin typeface="Arial"/>
            </a:endParaRPr>
          </a:p>
        </p:txBody>
      </p:sp>
      <p:sp>
        <p:nvSpPr>
          <p:cNvPr id="675" name="PlaceHolder 4"/>
          <p:cNvSpPr>
            <a:spLocks noGrp="1"/>
          </p:cNvSpPr>
          <p:nvPr>
            <p:ph/>
          </p:nvPr>
        </p:nvSpPr>
        <p:spPr>
          <a:xfrm>
            <a:off x="797400" y="1758600"/>
            <a:ext cx="9832320" cy="4478400"/>
          </a:xfrm>
          <a:prstGeom prst="rect">
            <a:avLst/>
          </a:prstGeom>
          <a:noFill/>
          <a:ln w="0">
            <a:noFill/>
          </a:ln>
        </p:spPr>
        <p:txBody>
          <a:bodyPr lIns="0" rIns="0" anchor="t">
            <a:noAutofit/>
          </a:bodyPr>
          <a:p>
            <a:pPr marL="68760" indent="-68760" algn="just">
              <a:lnSpc>
                <a:spcPct val="90000"/>
              </a:lnSpc>
              <a:buClr>
                <a:srgbClr val="c00000"/>
              </a:buClr>
              <a:buFont typeface="Arial"/>
              <a:buChar char="»"/>
            </a:pPr>
            <a:r>
              <a:rPr b="0" lang="es-ES" sz="2400" spc="-1" strike="noStrike">
                <a:solidFill>
                  <a:srgbClr val="3f3f3f"/>
                </a:solidFill>
                <a:latin typeface="Calibri"/>
                <a:ea typeface="Calibri"/>
              </a:rPr>
              <a:t>Confidencialidad</a:t>
            </a:r>
            <a:endParaRPr b="0" lang="es-AR" sz="2400" spc="-1" strike="noStrike">
              <a:solidFill>
                <a:srgbClr val="000000"/>
              </a:solidFill>
              <a:latin typeface="Arial"/>
            </a:endParaRPr>
          </a:p>
          <a:p>
            <a:pPr lvl="1" marL="384120" indent="-182880">
              <a:lnSpc>
                <a:spcPct val="90000"/>
              </a:lnSpc>
              <a:spcBef>
                <a:spcPts val="400"/>
              </a:spcBef>
              <a:buClr>
                <a:srgbClr val="549e39"/>
              </a:buClr>
              <a:buFont typeface="Calibri"/>
              <a:buChar char="◦"/>
            </a:pPr>
            <a:r>
              <a:rPr b="0" lang="es-ES" sz="2000" spc="-1" strike="noStrike">
                <a:solidFill>
                  <a:srgbClr val="3f3f3f"/>
                </a:solidFill>
                <a:latin typeface="Calibri"/>
                <a:ea typeface="Calibri"/>
              </a:rPr>
              <a:t>Respetar la confidencialidad de sus empleados y clientes</a:t>
            </a:r>
            <a:endParaRPr b="0" lang="es-AR" sz="2000" spc="-1" strike="noStrike">
              <a:solidFill>
                <a:srgbClr val="000000"/>
              </a:solidFill>
              <a:latin typeface="Arial"/>
            </a:endParaRPr>
          </a:p>
          <a:p>
            <a:pPr marL="68760" indent="-68760">
              <a:lnSpc>
                <a:spcPct val="90000"/>
              </a:lnSpc>
              <a:spcBef>
                <a:spcPts val="1599"/>
              </a:spcBef>
              <a:buClr>
                <a:srgbClr val="c00000"/>
              </a:buClr>
              <a:buFont typeface="Arial"/>
              <a:buChar char="»"/>
            </a:pPr>
            <a:r>
              <a:rPr b="0" lang="es-ES" sz="2400" spc="-1" strike="noStrike">
                <a:solidFill>
                  <a:srgbClr val="3f3f3f"/>
                </a:solidFill>
                <a:latin typeface="Calibri"/>
                <a:ea typeface="Calibri"/>
              </a:rPr>
              <a:t>Competencia</a:t>
            </a:r>
            <a:endParaRPr b="0" lang="es-AR" sz="2400" spc="-1" strike="noStrike">
              <a:solidFill>
                <a:srgbClr val="000000"/>
              </a:solidFill>
              <a:latin typeface="Arial"/>
            </a:endParaRPr>
          </a:p>
          <a:p>
            <a:pPr lvl="1" marL="384120" indent="-182880">
              <a:lnSpc>
                <a:spcPct val="90000"/>
              </a:lnSpc>
              <a:spcBef>
                <a:spcPts val="400"/>
              </a:spcBef>
              <a:buClr>
                <a:srgbClr val="549e39"/>
              </a:buClr>
              <a:buFont typeface="Calibri"/>
              <a:buChar char="◦"/>
            </a:pPr>
            <a:r>
              <a:rPr b="0" lang="es-ES" sz="2000" spc="-1" strike="noStrike">
                <a:solidFill>
                  <a:srgbClr val="3f3f3f"/>
                </a:solidFill>
                <a:latin typeface="Calibri"/>
                <a:ea typeface="Calibri"/>
              </a:rPr>
              <a:t>No falsificar el nivel de competencia y aceptar responsabilidades fuera de su capacidad</a:t>
            </a:r>
            <a:endParaRPr b="0" lang="es-AR" sz="2000" spc="-1" strike="noStrike">
              <a:solidFill>
                <a:srgbClr val="000000"/>
              </a:solidFill>
              <a:latin typeface="Arial"/>
            </a:endParaRPr>
          </a:p>
          <a:p>
            <a:pPr marL="68760" indent="-68760">
              <a:lnSpc>
                <a:spcPct val="90000"/>
              </a:lnSpc>
              <a:spcBef>
                <a:spcPts val="1599"/>
              </a:spcBef>
              <a:buClr>
                <a:srgbClr val="c00000"/>
              </a:buClr>
              <a:buFont typeface="Arial"/>
              <a:buChar char="»"/>
            </a:pPr>
            <a:r>
              <a:rPr b="0" lang="es-ES" sz="2400" spc="-1" strike="noStrike">
                <a:solidFill>
                  <a:srgbClr val="3f3f3f"/>
                </a:solidFill>
                <a:latin typeface="Calibri"/>
                <a:ea typeface="Calibri"/>
              </a:rPr>
              <a:t>Derechos de la propiedad intelectual</a:t>
            </a:r>
            <a:endParaRPr b="0" lang="es-AR" sz="2400" spc="-1" strike="noStrike">
              <a:solidFill>
                <a:srgbClr val="000000"/>
              </a:solidFill>
              <a:latin typeface="Arial"/>
            </a:endParaRPr>
          </a:p>
          <a:p>
            <a:pPr lvl="1" marL="384120" indent="-182880">
              <a:lnSpc>
                <a:spcPct val="90000"/>
              </a:lnSpc>
              <a:spcBef>
                <a:spcPts val="400"/>
              </a:spcBef>
              <a:buClr>
                <a:srgbClr val="549e39"/>
              </a:buClr>
              <a:buFont typeface="Calibri"/>
              <a:buChar char="◦"/>
            </a:pPr>
            <a:r>
              <a:rPr b="0" lang="es-ES" sz="2000" spc="-1" strike="noStrike">
                <a:solidFill>
                  <a:srgbClr val="3f3f3f"/>
                </a:solidFill>
                <a:latin typeface="Calibri"/>
                <a:ea typeface="Calibri"/>
              </a:rPr>
              <a:t>Conocer la leyes vigentes sobre las patentes y copyright</a:t>
            </a:r>
            <a:endParaRPr b="0" lang="es-AR" sz="2000" spc="-1" strike="noStrike">
              <a:solidFill>
                <a:srgbClr val="000000"/>
              </a:solidFill>
              <a:latin typeface="Arial"/>
            </a:endParaRPr>
          </a:p>
          <a:p>
            <a:pPr marL="68760" indent="-68760">
              <a:lnSpc>
                <a:spcPct val="90000"/>
              </a:lnSpc>
              <a:spcBef>
                <a:spcPts val="1599"/>
              </a:spcBef>
              <a:buClr>
                <a:srgbClr val="c00000"/>
              </a:buClr>
              <a:buFont typeface="Arial"/>
              <a:buChar char="»"/>
            </a:pPr>
            <a:r>
              <a:rPr b="0" lang="es-ES" sz="2400" spc="-1" strike="noStrike">
                <a:solidFill>
                  <a:srgbClr val="3f3f3f"/>
                </a:solidFill>
                <a:latin typeface="Calibri"/>
                <a:ea typeface="Calibri"/>
              </a:rPr>
              <a:t>Uso inapropiado de las computadoras</a:t>
            </a:r>
            <a:endParaRPr b="0" lang="es-AR" sz="2400" spc="-1" strike="noStrike">
              <a:solidFill>
                <a:srgbClr val="000000"/>
              </a:solidFill>
              <a:latin typeface="Arial"/>
            </a:endParaRPr>
          </a:p>
          <a:p>
            <a:pPr lvl="1" marL="384120" indent="-182880">
              <a:lnSpc>
                <a:spcPct val="90000"/>
              </a:lnSpc>
              <a:spcBef>
                <a:spcPts val="400"/>
              </a:spcBef>
              <a:buClr>
                <a:srgbClr val="549e39"/>
              </a:buClr>
              <a:buFont typeface="Calibri"/>
              <a:buChar char="◦"/>
            </a:pPr>
            <a:r>
              <a:rPr b="0" lang="es-ES" sz="2000" spc="-1" strike="noStrike">
                <a:solidFill>
                  <a:srgbClr val="3f3f3f"/>
                </a:solidFill>
                <a:latin typeface="Calibri"/>
                <a:ea typeface="Calibri"/>
              </a:rPr>
              <a:t>No debe utilizar sus habilidades técnicas para utilizar de forma inapropiada otras computadoras</a:t>
            </a:r>
            <a:endParaRPr b="0" lang="es-AR" sz="2000" spc="-1" strike="noStrike">
              <a:solidFill>
                <a:srgbClr val="000000"/>
              </a:solidFill>
              <a:latin typeface="Arial"/>
            </a:endParaRPr>
          </a:p>
          <a:p>
            <a:pPr indent="0">
              <a:lnSpc>
                <a:spcPct val="90000"/>
              </a:lnSpc>
              <a:spcBef>
                <a:spcPts val="1599"/>
              </a:spcBef>
              <a:buNone/>
              <a:tabLst>
                <a:tab algn="l" pos="0"/>
              </a:tabLst>
            </a:pPr>
            <a:r>
              <a:rPr b="1" i="1" lang="es-ES" sz="2400" spc="-1" strike="noStrike">
                <a:solidFill>
                  <a:srgbClr val="3f3f3f"/>
                </a:solidFill>
                <a:latin typeface="Calibri"/>
                <a:ea typeface="Calibri"/>
              </a:rPr>
              <a:t>Existen diferentes organizaciones como ACM o IEEE que sugieren diferentes códigos de ética a respetar</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61" dur="indefinite" restart="never" nodeType="tmRoot">
          <p:childTnLst>
            <p:seq>
              <p:cTn id="262" dur="indefinite" nodeType="mainSeq">
                <p:childTnLst>
                  <p:par>
                    <p:cTn id="263" fill="hold">
                      <p:stCondLst>
                        <p:cond delay="indefinite"/>
                      </p:stCondLst>
                      <p:childTnLst>
                        <p:par>
                          <p:cTn id="264" fill="hold">
                            <p:stCondLst>
                              <p:cond delay="0"/>
                            </p:stCondLst>
                            <p:childTnLst>
                              <p:par>
                                <p:cTn id="265" nodeType="clickEffect" fill="hold" presetClass="entr" presetID="10">
                                  <p:stCondLst>
                                    <p:cond delay="0"/>
                                  </p:stCondLst>
                                  <p:childTnLst>
                                    <p:set>
                                      <p:cBhvr>
                                        <p:cTn id="266" dur="1" fill="hold">
                                          <p:stCondLst>
                                            <p:cond delay="0"/>
                                          </p:stCondLst>
                                        </p:cTn>
                                        <p:tgtEl>
                                          <p:spTgt spid="675">
                                            <p:txEl>
                                              <p:pRg st="0" end="0"/>
                                            </p:txEl>
                                          </p:spTgt>
                                        </p:tgtEl>
                                        <p:attrNameLst>
                                          <p:attrName>style.visibility</p:attrName>
                                        </p:attrNameLst>
                                      </p:cBhvr>
                                      <p:to>
                                        <p:strVal val="visible"/>
                                      </p:to>
                                    </p:set>
                                    <p:animEffect filter="fade" transition="in">
                                      <p:cBhvr additive="repl">
                                        <p:cTn id="267" dur="2000"/>
                                        <p:tgtEl>
                                          <p:spTgt spid="675">
                                            <p:txEl>
                                              <p:pRg st="0" end="0"/>
                                            </p:txEl>
                                          </p:spTgt>
                                        </p:tgtEl>
                                      </p:cBhvr>
                                    </p:animEffect>
                                  </p:childTnLst>
                                </p:cTn>
                              </p:par>
                              <p:par>
                                <p:cTn id="268" nodeType="withEffect" fill="hold" presetClass="entr" presetID="10">
                                  <p:stCondLst>
                                    <p:cond delay="0"/>
                                  </p:stCondLst>
                                  <p:childTnLst>
                                    <p:set>
                                      <p:cBhvr>
                                        <p:cTn id="269" dur="1" fill="hold">
                                          <p:stCondLst>
                                            <p:cond delay="0"/>
                                          </p:stCondLst>
                                        </p:cTn>
                                        <p:tgtEl>
                                          <p:spTgt spid="675">
                                            <p:txEl>
                                              <p:pRg st="1" end="1"/>
                                            </p:txEl>
                                          </p:spTgt>
                                        </p:tgtEl>
                                        <p:attrNameLst>
                                          <p:attrName>style.visibility</p:attrName>
                                        </p:attrNameLst>
                                      </p:cBhvr>
                                      <p:to>
                                        <p:strVal val="visible"/>
                                      </p:to>
                                    </p:set>
                                    <p:animEffect filter="fade" transition="in">
                                      <p:cBhvr additive="repl">
                                        <p:cTn id="270" dur="2000"/>
                                        <p:tgtEl>
                                          <p:spTgt spid="675">
                                            <p:txEl>
                                              <p:pRg st="1" end="1"/>
                                            </p:txEl>
                                          </p:spTgt>
                                        </p:tgtEl>
                                      </p:cBhvr>
                                    </p:animEffect>
                                  </p:childTnLst>
                                </p:cTn>
                              </p:par>
                            </p:childTnLst>
                          </p:cTn>
                        </p:par>
                      </p:childTnLst>
                    </p:cTn>
                  </p:par>
                  <p:par>
                    <p:cTn id="271" fill="hold">
                      <p:stCondLst>
                        <p:cond delay="indefinite"/>
                      </p:stCondLst>
                      <p:childTnLst>
                        <p:par>
                          <p:cTn id="272" fill="hold">
                            <p:stCondLst>
                              <p:cond delay="0"/>
                            </p:stCondLst>
                            <p:childTnLst>
                              <p:par>
                                <p:cTn id="273" nodeType="clickEffect" fill="hold" presetClass="entr" presetID="10">
                                  <p:stCondLst>
                                    <p:cond delay="0"/>
                                  </p:stCondLst>
                                  <p:childTnLst>
                                    <p:set>
                                      <p:cBhvr>
                                        <p:cTn id="274" dur="1" fill="hold">
                                          <p:stCondLst>
                                            <p:cond delay="0"/>
                                          </p:stCondLst>
                                        </p:cTn>
                                        <p:tgtEl>
                                          <p:spTgt spid="675">
                                            <p:txEl>
                                              <p:pRg st="2" end="2"/>
                                            </p:txEl>
                                          </p:spTgt>
                                        </p:tgtEl>
                                        <p:attrNameLst>
                                          <p:attrName>style.visibility</p:attrName>
                                        </p:attrNameLst>
                                      </p:cBhvr>
                                      <p:to>
                                        <p:strVal val="visible"/>
                                      </p:to>
                                    </p:set>
                                    <p:animEffect filter="fade" transition="in">
                                      <p:cBhvr additive="repl">
                                        <p:cTn id="275" dur="2000"/>
                                        <p:tgtEl>
                                          <p:spTgt spid="675">
                                            <p:txEl>
                                              <p:pRg st="2" end="2"/>
                                            </p:txEl>
                                          </p:spTgt>
                                        </p:tgtEl>
                                      </p:cBhvr>
                                    </p:animEffect>
                                  </p:childTnLst>
                                </p:cTn>
                              </p:par>
                              <p:par>
                                <p:cTn id="276" nodeType="withEffect" fill="hold" presetClass="entr" presetID="10">
                                  <p:stCondLst>
                                    <p:cond delay="0"/>
                                  </p:stCondLst>
                                  <p:childTnLst>
                                    <p:set>
                                      <p:cBhvr>
                                        <p:cTn id="277" dur="1" fill="hold">
                                          <p:stCondLst>
                                            <p:cond delay="0"/>
                                          </p:stCondLst>
                                        </p:cTn>
                                        <p:tgtEl>
                                          <p:spTgt spid="675">
                                            <p:txEl>
                                              <p:pRg st="3" end="3"/>
                                            </p:txEl>
                                          </p:spTgt>
                                        </p:tgtEl>
                                        <p:attrNameLst>
                                          <p:attrName>style.visibility</p:attrName>
                                        </p:attrNameLst>
                                      </p:cBhvr>
                                      <p:to>
                                        <p:strVal val="visible"/>
                                      </p:to>
                                    </p:set>
                                    <p:animEffect filter="fade" transition="in">
                                      <p:cBhvr additive="repl">
                                        <p:cTn id="278" dur="2000"/>
                                        <p:tgtEl>
                                          <p:spTgt spid="675">
                                            <p:txEl>
                                              <p:pRg st="3" end="3"/>
                                            </p:txEl>
                                          </p:spTgt>
                                        </p:tgtEl>
                                      </p:cBhvr>
                                    </p:animEffect>
                                  </p:childTnLst>
                                </p:cTn>
                              </p:par>
                            </p:childTnLst>
                          </p:cTn>
                        </p:par>
                      </p:childTnLst>
                    </p:cTn>
                  </p:par>
                  <p:par>
                    <p:cTn id="279" fill="hold">
                      <p:stCondLst>
                        <p:cond delay="indefinite"/>
                      </p:stCondLst>
                      <p:childTnLst>
                        <p:par>
                          <p:cTn id="280" fill="hold">
                            <p:stCondLst>
                              <p:cond delay="0"/>
                            </p:stCondLst>
                            <p:childTnLst>
                              <p:par>
                                <p:cTn id="281" nodeType="clickEffect" fill="hold" presetClass="entr" presetID="10">
                                  <p:stCondLst>
                                    <p:cond delay="0"/>
                                  </p:stCondLst>
                                  <p:childTnLst>
                                    <p:set>
                                      <p:cBhvr>
                                        <p:cTn id="282" dur="1" fill="hold">
                                          <p:stCondLst>
                                            <p:cond delay="0"/>
                                          </p:stCondLst>
                                        </p:cTn>
                                        <p:tgtEl>
                                          <p:spTgt spid="675">
                                            <p:txEl>
                                              <p:pRg st="4" end="4"/>
                                            </p:txEl>
                                          </p:spTgt>
                                        </p:tgtEl>
                                        <p:attrNameLst>
                                          <p:attrName>style.visibility</p:attrName>
                                        </p:attrNameLst>
                                      </p:cBhvr>
                                      <p:to>
                                        <p:strVal val="visible"/>
                                      </p:to>
                                    </p:set>
                                    <p:animEffect filter="fade" transition="in">
                                      <p:cBhvr additive="repl">
                                        <p:cTn id="283" dur="2000"/>
                                        <p:tgtEl>
                                          <p:spTgt spid="675">
                                            <p:txEl>
                                              <p:pRg st="4" end="4"/>
                                            </p:txEl>
                                          </p:spTgt>
                                        </p:tgtEl>
                                      </p:cBhvr>
                                    </p:animEffect>
                                  </p:childTnLst>
                                </p:cTn>
                              </p:par>
                              <p:par>
                                <p:cTn id="284" nodeType="withEffect" fill="hold" presetClass="entr" presetID="10">
                                  <p:stCondLst>
                                    <p:cond delay="0"/>
                                  </p:stCondLst>
                                  <p:childTnLst>
                                    <p:set>
                                      <p:cBhvr>
                                        <p:cTn id="285" dur="1" fill="hold">
                                          <p:stCondLst>
                                            <p:cond delay="0"/>
                                          </p:stCondLst>
                                        </p:cTn>
                                        <p:tgtEl>
                                          <p:spTgt spid="675">
                                            <p:txEl>
                                              <p:pRg st="5" end="5"/>
                                            </p:txEl>
                                          </p:spTgt>
                                        </p:tgtEl>
                                        <p:attrNameLst>
                                          <p:attrName>style.visibility</p:attrName>
                                        </p:attrNameLst>
                                      </p:cBhvr>
                                      <p:to>
                                        <p:strVal val="visible"/>
                                      </p:to>
                                    </p:set>
                                    <p:animEffect filter="fade" transition="in">
                                      <p:cBhvr additive="repl">
                                        <p:cTn id="286" dur="2000"/>
                                        <p:tgtEl>
                                          <p:spTgt spid="675">
                                            <p:txEl>
                                              <p:pRg st="5" end="5"/>
                                            </p:txEl>
                                          </p:spTgt>
                                        </p:tgtEl>
                                      </p:cBhvr>
                                    </p:animEffect>
                                  </p:childTnLst>
                                </p:cTn>
                              </p:par>
                            </p:childTnLst>
                          </p:cTn>
                        </p:par>
                      </p:childTnLst>
                    </p:cTn>
                  </p:par>
                  <p:par>
                    <p:cTn id="287" fill="hold">
                      <p:stCondLst>
                        <p:cond delay="indefinite"/>
                      </p:stCondLst>
                      <p:childTnLst>
                        <p:par>
                          <p:cTn id="288" fill="hold">
                            <p:stCondLst>
                              <p:cond delay="0"/>
                            </p:stCondLst>
                            <p:childTnLst>
                              <p:par>
                                <p:cTn id="289" nodeType="clickEffect" fill="hold" presetClass="entr" presetID="10">
                                  <p:stCondLst>
                                    <p:cond delay="0"/>
                                  </p:stCondLst>
                                  <p:childTnLst>
                                    <p:set>
                                      <p:cBhvr>
                                        <p:cTn id="290" dur="1" fill="hold">
                                          <p:stCondLst>
                                            <p:cond delay="0"/>
                                          </p:stCondLst>
                                        </p:cTn>
                                        <p:tgtEl>
                                          <p:spTgt spid="675">
                                            <p:txEl>
                                              <p:pRg st="6" end="6"/>
                                            </p:txEl>
                                          </p:spTgt>
                                        </p:tgtEl>
                                        <p:attrNameLst>
                                          <p:attrName>style.visibility</p:attrName>
                                        </p:attrNameLst>
                                      </p:cBhvr>
                                      <p:to>
                                        <p:strVal val="visible"/>
                                      </p:to>
                                    </p:set>
                                    <p:animEffect filter="fade" transition="in">
                                      <p:cBhvr additive="repl">
                                        <p:cTn id="291" dur="2000"/>
                                        <p:tgtEl>
                                          <p:spTgt spid="675">
                                            <p:txEl>
                                              <p:pRg st="6" end="6"/>
                                            </p:txEl>
                                          </p:spTgt>
                                        </p:tgtEl>
                                      </p:cBhvr>
                                    </p:animEffect>
                                  </p:childTnLst>
                                </p:cTn>
                              </p:par>
                              <p:par>
                                <p:cTn id="292" nodeType="withEffect" fill="hold" presetClass="entr" presetID="10">
                                  <p:stCondLst>
                                    <p:cond delay="0"/>
                                  </p:stCondLst>
                                  <p:childTnLst>
                                    <p:set>
                                      <p:cBhvr>
                                        <p:cTn id="293" dur="1" fill="hold">
                                          <p:stCondLst>
                                            <p:cond delay="0"/>
                                          </p:stCondLst>
                                        </p:cTn>
                                        <p:tgtEl>
                                          <p:spTgt spid="675">
                                            <p:txEl>
                                              <p:pRg st="7" end="7"/>
                                            </p:txEl>
                                          </p:spTgt>
                                        </p:tgtEl>
                                        <p:attrNameLst>
                                          <p:attrName>style.visibility</p:attrName>
                                        </p:attrNameLst>
                                      </p:cBhvr>
                                      <p:to>
                                        <p:strVal val="visible"/>
                                      </p:to>
                                    </p:set>
                                    <p:animEffect filter="fade" transition="in">
                                      <p:cBhvr additive="repl">
                                        <p:cTn id="294" dur="2000"/>
                                        <p:tgtEl>
                                          <p:spTgt spid="675">
                                            <p:txEl>
                                              <p:pRg st="7" end="7"/>
                                            </p:txEl>
                                          </p:spTgt>
                                        </p:tgtEl>
                                      </p:cBhvr>
                                    </p:animEffect>
                                  </p:childTnLst>
                                </p:cTn>
                              </p:par>
                            </p:childTnLst>
                          </p:cTn>
                        </p:par>
                      </p:childTnLst>
                    </p:cTn>
                  </p:par>
                  <p:par>
                    <p:cTn id="295" fill="hold">
                      <p:stCondLst>
                        <p:cond delay="indefinite"/>
                      </p:stCondLst>
                      <p:childTnLst>
                        <p:par>
                          <p:cTn id="296" fill="hold">
                            <p:stCondLst>
                              <p:cond delay="0"/>
                            </p:stCondLst>
                            <p:childTnLst>
                              <p:par>
                                <p:cTn id="297" nodeType="clickEffect" fill="hold" presetClass="entr" presetID="10">
                                  <p:stCondLst>
                                    <p:cond delay="0"/>
                                  </p:stCondLst>
                                  <p:childTnLst>
                                    <p:set>
                                      <p:cBhvr>
                                        <p:cTn id="298" dur="1" fill="hold">
                                          <p:stCondLst>
                                            <p:cond delay="0"/>
                                          </p:stCondLst>
                                        </p:cTn>
                                        <p:tgtEl>
                                          <p:spTgt spid="675">
                                            <p:txEl>
                                              <p:pRg st="8" end="8"/>
                                            </p:txEl>
                                          </p:spTgt>
                                        </p:tgtEl>
                                        <p:attrNameLst>
                                          <p:attrName>style.visibility</p:attrName>
                                        </p:attrNameLst>
                                      </p:cBhvr>
                                      <p:to>
                                        <p:strVal val="visible"/>
                                      </p:to>
                                    </p:set>
                                    <p:animEffect filter="fade" transition="in">
                                      <p:cBhvr additive="repl">
                                        <p:cTn id="299" dur="2000"/>
                                        <p:tgtEl>
                                          <p:spTgt spid="675">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title"/>
          </p:nvPr>
        </p:nvSpPr>
        <p:spPr>
          <a:xfrm>
            <a:off x="1101600" y="758880"/>
            <a:ext cx="10098720" cy="3565800"/>
          </a:xfrm>
          <a:prstGeom prst="rect">
            <a:avLst/>
          </a:prstGeom>
          <a:noFill/>
          <a:ln w="0">
            <a:noFill/>
          </a:ln>
        </p:spPr>
        <p:txBody>
          <a:bodyPr anchor="b">
            <a:normAutofit/>
          </a:bodyPr>
          <a:p>
            <a:pPr indent="0">
              <a:lnSpc>
                <a:spcPct val="85000"/>
              </a:lnSpc>
              <a:buNone/>
              <a:tabLst>
                <a:tab algn="l" pos="0"/>
              </a:tabLst>
            </a:pPr>
            <a:r>
              <a:rPr b="1" lang="es-ES" sz="6000" spc="-1" strike="noStrike">
                <a:solidFill>
                  <a:srgbClr val="262626"/>
                </a:solidFill>
                <a:latin typeface="Calibri"/>
                <a:ea typeface="Calibri"/>
              </a:rPr>
              <a:t>Técnicas de comunicación</a:t>
            </a:r>
            <a:endParaRPr b="0" lang="es-AR" sz="6000" spc="-1" strike="noStrike">
              <a:solidFill>
                <a:srgbClr val="000000"/>
              </a:solidFill>
              <a:latin typeface="Arial"/>
            </a:endParaRPr>
          </a:p>
        </p:txBody>
      </p:sp>
      <p:sp>
        <p:nvSpPr>
          <p:cNvPr id="677" name="PlaceHolder 2"/>
          <p:cNvSpPr>
            <a:spLocks noGrp="1"/>
          </p:cNvSpPr>
          <p:nvPr>
            <p:ph type="subTitle"/>
          </p:nvPr>
        </p:nvSpPr>
        <p:spPr>
          <a:xfrm>
            <a:off x="1104480" y="4455720"/>
            <a:ext cx="10098720" cy="1142640"/>
          </a:xfrm>
          <a:prstGeom prst="rect">
            <a:avLst/>
          </a:prstGeom>
          <a:noFill/>
          <a:ln w="0">
            <a:noFill/>
          </a:ln>
        </p:spPr>
        <p:txBody>
          <a:bodyPr lIns="0" rIns="0" anchor="t">
            <a:normAutofit/>
          </a:bodyPr>
          <a:p>
            <a:pPr indent="0" algn="ctr">
              <a:buNone/>
            </a:pPr>
            <a:endParaRPr b="0" lang="es-AR" sz="2400" spc="-1" strike="noStrike">
              <a:solidFill>
                <a:schemeClr val="dk2"/>
              </a:solidFill>
              <a:latin typeface="Calibri"/>
              <a:ea typeface="Calibri"/>
            </a:endParaRPr>
          </a:p>
        </p:txBody>
      </p:sp>
      <p:sp>
        <p:nvSpPr>
          <p:cNvPr id="678" name="PlaceHolder 3"/>
          <p:cNvSpPr>
            <a:spLocks noGrp="1"/>
          </p:cNvSpPr>
          <p:nvPr>
            <p:ph type="sldNum" idx="61"/>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8EB6E5D-760C-409A-9FD5-1710F90795E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Tree>
  </p:cSld>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p:nvPr>
        </p:nvSpPr>
        <p:spPr>
          <a:xfrm>
            <a:off x="1080000" y="2061000"/>
            <a:ext cx="9832320" cy="4019400"/>
          </a:xfrm>
          <a:prstGeom prst="rect">
            <a:avLst/>
          </a:prstGeom>
          <a:noFill/>
          <a:ln w="0">
            <a:noFill/>
          </a:ln>
        </p:spPr>
        <p:txBody>
          <a:bodyPr lIns="0" rIns="0" anchor="t">
            <a:normAutofit/>
          </a:bodyPr>
          <a:p>
            <a:pPr marL="68760" indent="-68760">
              <a:lnSpc>
                <a:spcPct val="90000"/>
              </a:lnSpc>
              <a:buClr>
                <a:srgbClr val="c00000"/>
              </a:buClr>
              <a:buFont typeface="Arial"/>
              <a:buChar char="»"/>
            </a:pPr>
            <a:r>
              <a:rPr b="0" lang="es-ES" sz="2000" spc="-1" strike="noStrike">
                <a:solidFill>
                  <a:srgbClr val="3f3f3f"/>
                </a:solidFill>
                <a:latin typeface="Calibri"/>
                <a:ea typeface="Calibri"/>
              </a:rPr>
              <a:t>Al iniciar un proyecto…</a:t>
            </a:r>
            <a:endParaRPr b="0" lang="es-AR" sz="2000" spc="-1" strike="noStrike">
              <a:solidFill>
                <a:srgbClr val="000000"/>
              </a:solidFill>
              <a:latin typeface="Arial"/>
            </a:endParaRPr>
          </a:p>
          <a:p>
            <a:pPr lvl="1" marL="384120" indent="-182880">
              <a:lnSpc>
                <a:spcPct val="90000"/>
              </a:lnSpc>
              <a:spcBef>
                <a:spcPts val="400"/>
              </a:spcBef>
              <a:buClr>
                <a:srgbClr val="549e39"/>
              </a:buClr>
              <a:buFont typeface="Calibri"/>
              <a:buChar char="◦"/>
            </a:pPr>
            <a:r>
              <a:rPr b="0" lang="es-ES" sz="2000" spc="-1" strike="noStrike">
                <a:solidFill>
                  <a:srgbClr val="3f3f3f"/>
                </a:solidFill>
                <a:latin typeface="Calibri"/>
                <a:ea typeface="Calibri"/>
              </a:rPr>
              <a:t> </a:t>
            </a:r>
            <a:r>
              <a:rPr b="0" lang="es-ES" sz="2000" spc="-1" strike="noStrike">
                <a:solidFill>
                  <a:srgbClr val="3f3f3f"/>
                </a:solidFill>
                <a:latin typeface="Calibri"/>
                <a:ea typeface="Calibri"/>
              </a:rPr>
              <a:t>¿Cuál es la primera actividad?</a:t>
            </a:r>
            <a:endParaRPr b="0" lang="es-AR" sz="2000" spc="-1" strike="noStrike">
              <a:solidFill>
                <a:srgbClr val="000000"/>
              </a:solidFill>
              <a:latin typeface="Arial"/>
            </a:endParaRPr>
          </a:p>
          <a:p>
            <a:pPr marL="68760" indent="0">
              <a:lnSpc>
                <a:spcPct val="90000"/>
              </a:lnSpc>
              <a:spcBef>
                <a:spcPts val="1599"/>
              </a:spcBef>
              <a:buNone/>
              <a:tabLst>
                <a:tab algn="l" pos="0"/>
              </a:tabLst>
            </a:pPr>
            <a:endParaRPr b="0" lang="es-AR" sz="2000" spc="-1" strike="noStrike">
              <a:solidFill>
                <a:srgbClr val="000000"/>
              </a:solidFill>
              <a:latin typeface="Arial"/>
            </a:endParaRPr>
          </a:p>
        </p:txBody>
      </p:sp>
      <p:sp>
        <p:nvSpPr>
          <p:cNvPr id="680" name="PlaceHolder 2"/>
          <p:cNvSpPr>
            <a:spLocks noGrp="1"/>
          </p:cNvSpPr>
          <p:nvPr>
            <p:ph type="title"/>
          </p:nvPr>
        </p:nvSpPr>
        <p:spPr>
          <a:xfrm>
            <a:off x="648000" y="116640"/>
            <a:ext cx="10815840" cy="112896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Introducción </a:t>
            </a:r>
            <a:endParaRPr b="0" lang="es-AR" sz="4400" spc="-1" strike="noStrike">
              <a:solidFill>
                <a:srgbClr val="000000"/>
              </a:solidFill>
              <a:latin typeface="Arial"/>
            </a:endParaRPr>
          </a:p>
        </p:txBody>
      </p:sp>
      <p:sp>
        <p:nvSpPr>
          <p:cNvPr id="681" name="PlaceHolder 3"/>
          <p:cNvSpPr>
            <a:spLocks noGrp="1"/>
          </p:cNvSpPr>
          <p:nvPr>
            <p:ph type="sldNum" idx="62"/>
          </p:nvPr>
        </p:nvSpPr>
        <p:spPr>
          <a:xfrm>
            <a:off x="9286560" y="2852640"/>
            <a:ext cx="2937600" cy="104832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F960F610-7235-4A11-A9CE-BBE998FBED0D}"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82" name="Google Shape;621;p22"/>
          <p:cNvSpPr/>
          <p:nvPr/>
        </p:nvSpPr>
        <p:spPr>
          <a:xfrm>
            <a:off x="2592360" y="2997000"/>
            <a:ext cx="6795720" cy="17370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3600" spc="-1" strike="noStrike">
                <a:solidFill>
                  <a:schemeClr val="dk1"/>
                </a:solidFill>
                <a:latin typeface="Calibri"/>
                <a:ea typeface="Calibri"/>
              </a:rPr>
              <a:t>Saber</a:t>
            </a:r>
            <a:r>
              <a:rPr b="0" lang="es-ES" sz="3200" spc="-1" strike="noStrike">
                <a:solidFill>
                  <a:schemeClr val="dk1"/>
                </a:solidFill>
                <a:latin typeface="Calibri"/>
                <a:ea typeface="Calibri"/>
              </a:rPr>
              <a:t> </a:t>
            </a:r>
            <a:r>
              <a:rPr b="0" lang="es-ES" sz="3600" spc="-1" strike="noStrike">
                <a:solidFill>
                  <a:schemeClr val="dk1"/>
                </a:solidFill>
                <a:latin typeface="Calibri"/>
                <a:ea typeface="Calibri"/>
              </a:rPr>
              <a:t>lo que el usuario </a:t>
            </a:r>
            <a:r>
              <a:rPr b="0" lang="es-ES" sz="3600" spc="-1" strike="noStrike" u="sng">
                <a:solidFill>
                  <a:schemeClr val="dk1"/>
                </a:solidFill>
                <a:uFillTx/>
                <a:latin typeface="Calibri"/>
                <a:ea typeface="Calibri"/>
              </a:rPr>
              <a:t>quiere</a:t>
            </a:r>
            <a:r>
              <a:rPr b="0" lang="es-ES" sz="3600" spc="-1" strike="noStrike">
                <a:solidFill>
                  <a:schemeClr val="dk1"/>
                </a:solidFill>
                <a:latin typeface="Calibri"/>
                <a:ea typeface="Calibri"/>
              </a:rPr>
              <a:t>, </a:t>
            </a:r>
            <a:r>
              <a:rPr b="0" lang="es-ES" sz="3600" spc="-1" strike="noStrike" u="sng">
                <a:solidFill>
                  <a:schemeClr val="dk1"/>
                </a:solidFill>
                <a:uFillTx/>
                <a:latin typeface="Calibri"/>
                <a:ea typeface="Calibri"/>
              </a:rPr>
              <a:t>cómo lo quiere</a:t>
            </a:r>
            <a:r>
              <a:rPr b="0" lang="es-ES" sz="3600" spc="-1" strike="noStrike">
                <a:solidFill>
                  <a:schemeClr val="dk1"/>
                </a:solidFill>
                <a:latin typeface="Calibri"/>
                <a:ea typeface="Calibri"/>
              </a:rPr>
              <a:t>, </a:t>
            </a:r>
            <a:r>
              <a:rPr b="0" lang="es-ES" sz="3600" spc="-1" strike="noStrike" u="sng">
                <a:solidFill>
                  <a:schemeClr val="dk1"/>
                </a:solidFill>
                <a:uFillTx/>
                <a:latin typeface="Calibri"/>
                <a:ea typeface="Calibri"/>
              </a:rPr>
              <a:t>cuándo</a:t>
            </a:r>
            <a:r>
              <a:rPr b="0" lang="es-ES" sz="3600" spc="-1" strike="noStrike">
                <a:solidFill>
                  <a:schemeClr val="dk1"/>
                </a:solidFill>
                <a:latin typeface="Calibri"/>
                <a:ea typeface="Calibri"/>
              </a:rPr>
              <a:t> y </a:t>
            </a:r>
            <a:r>
              <a:rPr b="0" lang="es-ES" sz="3600" spc="-1" strike="noStrike" u="sng">
                <a:solidFill>
                  <a:schemeClr val="dk1"/>
                </a:solidFill>
                <a:uFillTx/>
                <a:latin typeface="Calibri"/>
                <a:ea typeface="Calibri"/>
              </a:rPr>
              <a:t>porqué.</a:t>
            </a:r>
            <a:endParaRPr b="0" lang="es-AR" sz="3600" spc="-1" strike="noStrike">
              <a:solidFill>
                <a:srgbClr val="000000"/>
              </a:solidFill>
              <a:latin typeface="Arial"/>
            </a:endParaRPr>
          </a:p>
        </p:txBody>
      </p:sp>
      <p:pic>
        <p:nvPicPr>
          <p:cNvPr id="683" name="Google Shape;622;p22" descr=""/>
          <p:cNvPicPr/>
          <p:nvPr/>
        </p:nvPicPr>
        <p:blipFill>
          <a:blip r:embed="rId1"/>
          <a:stretch/>
        </p:blipFill>
        <p:spPr>
          <a:xfrm>
            <a:off x="8289720" y="260640"/>
            <a:ext cx="3291840" cy="2411640"/>
          </a:xfrm>
          <a:prstGeom prst="rect">
            <a:avLst/>
          </a:prstGeom>
          <a:ln w="0">
            <a:noFill/>
          </a:ln>
          <a:effectLst>
            <a:outerShdw algn="tl" blurRad="291960" dir="2700000" dist="139498" rotWithShape="0">
              <a:srgbClr val="333333">
                <a:alpha val="63000"/>
              </a:srgbClr>
            </a:outerShdw>
          </a:effectLst>
        </p:spPr>
      </p:pic>
      <p:sp>
        <p:nvSpPr>
          <p:cNvPr id="684" name="Google Shape;623;p22"/>
          <p:cNvSpPr/>
          <p:nvPr/>
        </p:nvSpPr>
        <p:spPr>
          <a:xfrm>
            <a:off x="1782720" y="4869000"/>
            <a:ext cx="6685560" cy="1431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4400" spc="-1" strike="noStrike">
                <a:solidFill>
                  <a:schemeClr val="dk1"/>
                </a:solidFill>
                <a:latin typeface="Calibri"/>
                <a:ea typeface="Calibri"/>
              </a:rPr>
              <a:t>Tenemos que Comunicarnos</a:t>
            </a:r>
            <a:endParaRPr b="0" lang="es-AR" sz="4400" spc="-1" strike="noStrike">
              <a:solidFill>
                <a:srgbClr val="000000"/>
              </a:solidFill>
              <a:latin typeface="Arial"/>
            </a:endParaRPr>
          </a:p>
        </p:txBody>
      </p:sp>
    </p:spTree>
  </p:cSld>
  <p:transition spd="med">
    <p:fade/>
  </p:transition>
  <p:timing>
    <p:tnLst>
      <p:par>
        <p:cTn id="300" dur="indefinite" restart="never" nodeType="tmRoot">
          <p:childTnLst>
            <p:seq>
              <p:cTn id="301" dur="indefinite" nodeType="mainSeq">
                <p:childTnLst>
                  <p:par>
                    <p:cTn id="302" fill="hold">
                      <p:stCondLst>
                        <p:cond delay="indefinite"/>
                      </p:stCondLst>
                      <p:childTnLst>
                        <p:par>
                          <p:cTn id="303" fill="hold">
                            <p:stCondLst>
                              <p:cond delay="0"/>
                            </p:stCondLst>
                            <p:childTnLst>
                              <p:par>
                                <p:cTn id="304" nodeType="clickEffect" fill="hold" presetClass="entr" presetID="10">
                                  <p:stCondLst>
                                    <p:cond delay="0"/>
                                  </p:stCondLst>
                                  <p:childTnLst>
                                    <p:set>
                                      <p:cBhvr>
                                        <p:cTn id="305" dur="1" fill="hold">
                                          <p:stCondLst>
                                            <p:cond delay="0"/>
                                          </p:stCondLst>
                                        </p:cTn>
                                        <p:tgtEl>
                                          <p:spTgt spid="682">
                                            <p:txEl>
                                              <p:pRg st="0" end="0"/>
                                            </p:txEl>
                                          </p:spTgt>
                                        </p:tgtEl>
                                        <p:attrNameLst>
                                          <p:attrName>style.visibility</p:attrName>
                                        </p:attrNameLst>
                                      </p:cBhvr>
                                      <p:to>
                                        <p:strVal val="visible"/>
                                      </p:to>
                                    </p:set>
                                    <p:animEffect filter="fade" transition="in">
                                      <p:cBhvr additive="repl">
                                        <p:cTn id="306" dur="2000"/>
                                        <p:tgtEl>
                                          <p:spTgt spid="682">
                                            <p:txEl>
                                              <p:pRg st="0" end="0"/>
                                            </p:txEl>
                                          </p:spTgt>
                                        </p:tgtEl>
                                      </p:cBhvr>
                                    </p:animEffect>
                                  </p:childTnLst>
                                </p:cTn>
                              </p:par>
                            </p:childTnLst>
                          </p:cTn>
                        </p:par>
                      </p:childTnLst>
                    </p:cTn>
                  </p:par>
                  <p:par>
                    <p:cTn id="307" fill="hold">
                      <p:stCondLst>
                        <p:cond delay="indefinite"/>
                      </p:stCondLst>
                      <p:childTnLst>
                        <p:par>
                          <p:cTn id="308" fill="hold">
                            <p:stCondLst>
                              <p:cond delay="0"/>
                            </p:stCondLst>
                            <p:childTnLst>
                              <p:par>
                                <p:cTn id="309" nodeType="clickEffect" fill="hold" presetClass="entr" presetID="10">
                                  <p:stCondLst>
                                    <p:cond delay="0"/>
                                  </p:stCondLst>
                                  <p:childTnLst>
                                    <p:set>
                                      <p:cBhvr>
                                        <p:cTn id="310" dur="1" fill="hold">
                                          <p:stCondLst>
                                            <p:cond delay="0"/>
                                          </p:stCondLst>
                                        </p:cTn>
                                        <p:tgtEl>
                                          <p:spTgt spid="684">
                                            <p:txEl>
                                              <p:pRg st="0" end="0"/>
                                            </p:txEl>
                                          </p:spTgt>
                                        </p:tgtEl>
                                        <p:attrNameLst>
                                          <p:attrName>style.visibility</p:attrName>
                                        </p:attrNameLst>
                                      </p:cBhvr>
                                      <p:to>
                                        <p:strVal val="visible"/>
                                      </p:to>
                                    </p:set>
                                    <p:animEffect filter="fade" transition="in">
                                      <p:cBhvr additive="repl">
                                        <p:cTn id="311" dur="2000"/>
                                        <p:tgtEl>
                                          <p:spTgt spid="684">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title"/>
          </p:nvPr>
        </p:nvSpPr>
        <p:spPr>
          <a:xfrm>
            <a:off x="1101600" y="286560"/>
            <a:ext cx="10098720" cy="1450440"/>
          </a:xfrm>
          <a:prstGeom prst="rect">
            <a:avLst/>
          </a:prstGeom>
          <a:noFill/>
          <a:ln w="0">
            <a:noFill/>
          </a:ln>
        </p:spPr>
        <p:txBody>
          <a:bodyPr anchor="b">
            <a:noAutofit/>
          </a:bodyPr>
          <a:p>
            <a:pPr indent="0">
              <a:lnSpc>
                <a:spcPct val="85000"/>
              </a:lnSpc>
              <a:buNone/>
              <a:tabLst>
                <a:tab algn="l" pos="0"/>
              </a:tabLst>
            </a:pPr>
            <a:r>
              <a:rPr b="1" lang="es-ES" sz="4400" spc="-1" strike="noStrike">
                <a:solidFill>
                  <a:srgbClr val="3f3f3f"/>
                </a:solidFill>
                <a:latin typeface="Calibri"/>
                <a:ea typeface="Calibri"/>
              </a:rPr>
              <a:t>El problema de la comunicación</a:t>
            </a:r>
            <a:endParaRPr b="0" lang="es-AR" sz="4400" spc="-1" strike="noStrike">
              <a:solidFill>
                <a:srgbClr val="000000"/>
              </a:solidFill>
              <a:latin typeface="Arial"/>
            </a:endParaRPr>
          </a:p>
        </p:txBody>
      </p:sp>
      <p:sp>
        <p:nvSpPr>
          <p:cNvPr id="686" name="PlaceHolder 2"/>
          <p:cNvSpPr>
            <a:spLocks noGrp="1"/>
          </p:cNvSpPr>
          <p:nvPr>
            <p:ph type="sldNum" idx="63"/>
          </p:nvPr>
        </p:nvSpPr>
        <p:spPr>
          <a:xfrm>
            <a:off x="9940320" y="6459840"/>
            <a:ext cx="1316880" cy="364680"/>
          </a:xfrm>
          <a:prstGeom prst="rect">
            <a:avLst/>
          </a:prstGeom>
          <a:noFill/>
          <a:ln w="0">
            <a:noFill/>
          </a:ln>
        </p:spPr>
        <p:txBody>
          <a:bodyPr anchor="ctr">
            <a:norm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0D437C7A-0CE4-4D6D-AC8B-7F3B2AD58CCB}"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pic>
        <p:nvPicPr>
          <p:cNvPr id="687" name="Google Shape;630;p23" descr="cid:1.1494796789@web51607.mail.re2.yahoo.com"/>
          <p:cNvPicPr/>
          <p:nvPr/>
        </p:nvPicPr>
        <p:blipFill>
          <a:blip r:embed="rId1"/>
          <a:stretch/>
        </p:blipFill>
        <p:spPr>
          <a:xfrm>
            <a:off x="1101600" y="457200"/>
            <a:ext cx="9466200" cy="5514480"/>
          </a:xfrm>
          <a:prstGeom prst="rect">
            <a:avLst/>
          </a:prstGeom>
          <a:ln w="0">
            <a:noFill/>
          </a:ln>
          <a:effectLst>
            <a:outerShdw algn="tl" blurRad="291960" dir="2700000" dist="139498" rotWithShape="0">
              <a:srgbClr val="333333">
                <a:alpha val="63000"/>
              </a:srgbClr>
            </a:outerShdw>
          </a:effectLst>
        </p:spPr>
      </p:pic>
    </p:spTree>
  </p:cSld>
  <p:transition spd="med">
    <p:fade/>
  </p:transition>
  <p:timing>
    <p:tnLst>
      <p:par>
        <p:cTn id="312" dur="indefinite" restart="never" nodeType="tmRoot">
          <p:childTnLst>
            <p:seq>
              <p:cTn id="313" dur="indefinite" nodeType="mainSeq">
                <p:childTnLst>
                  <p:par>
                    <p:cTn id="314" fill="hold">
                      <p:stCondLst>
                        <p:cond delay="indefinite"/>
                      </p:stCondLst>
                      <p:childTnLst>
                        <p:par>
                          <p:cTn id="315" fill="hold">
                            <p:stCondLst>
                              <p:cond delay="0"/>
                            </p:stCondLst>
                            <p:childTnLst>
                              <p:par>
                                <p:cTn id="316" nodeType="clickEffect" fill="hold" presetClass="entr" presetID="1">
                                  <p:stCondLst>
                                    <p:cond delay="0"/>
                                  </p:stCondLst>
                                  <p:childTnLst>
                                    <p:set>
                                      <p:cBhvr>
                                        <p:cTn id="317" dur="1" fill="hold">
                                          <p:stCondLst>
                                            <p:cond delay="0"/>
                                          </p:stCondLst>
                                        </p:cTn>
                                        <p:tgtEl>
                                          <p:spTgt spid="6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title"/>
          </p:nvPr>
        </p:nvSpPr>
        <p:spPr>
          <a:xfrm>
            <a:off x="1101600" y="286560"/>
            <a:ext cx="10098720" cy="145044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¿Qué vemos?</a:t>
            </a:r>
            <a:endParaRPr b="0" lang="es-AR" sz="4400" spc="-1" strike="noStrike">
              <a:solidFill>
                <a:srgbClr val="000000"/>
              </a:solidFill>
              <a:latin typeface="Arial"/>
            </a:endParaRPr>
          </a:p>
        </p:txBody>
      </p:sp>
      <p:sp>
        <p:nvSpPr>
          <p:cNvPr id="689" name="PlaceHolder 2"/>
          <p:cNvSpPr>
            <a:spLocks noGrp="1"/>
          </p:cNvSpPr>
          <p:nvPr>
            <p:ph type="sldNum" idx="64"/>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E8339220-DA86-4BC0-BBA1-115DDF16EBB0}"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pic>
        <p:nvPicPr>
          <p:cNvPr id="690" name="Google Shape;637;p24" descr="Resultado de imagen para imagenes con doble sentido"/>
          <p:cNvPicPr/>
          <p:nvPr/>
        </p:nvPicPr>
        <p:blipFill>
          <a:blip r:embed="rId1"/>
          <a:stretch/>
        </p:blipFill>
        <p:spPr>
          <a:xfrm>
            <a:off x="3259080" y="1846800"/>
            <a:ext cx="5722920" cy="4274640"/>
          </a:xfrm>
          <a:prstGeom prst="rect">
            <a:avLst/>
          </a:prstGeom>
          <a:ln w="0">
            <a:noFill/>
          </a:ln>
        </p:spPr>
      </p:pic>
      <p:pic>
        <p:nvPicPr>
          <p:cNvPr id="691" name="Google Shape;638;p24" descr="http://img130.imageshack.us/img130/8964/balconyillusion1.jpg"/>
          <p:cNvPicPr/>
          <p:nvPr/>
        </p:nvPicPr>
        <p:blipFill>
          <a:blip r:embed="rId2"/>
          <a:stretch/>
        </p:blipFill>
        <p:spPr>
          <a:xfrm>
            <a:off x="4316040" y="1365840"/>
            <a:ext cx="5722920" cy="3895200"/>
          </a:xfrm>
          <a:prstGeom prst="rect">
            <a:avLst/>
          </a:prstGeom>
          <a:ln w="0">
            <a:noFill/>
          </a:ln>
          <a:effectLst>
            <a:outerShdw algn="tl" blurRad="291960" dir="2700000" dist="139498" rotWithShape="0">
              <a:srgbClr val="333333">
                <a:alpha val="63000"/>
              </a:srgbClr>
            </a:outerShdw>
          </a:effectLst>
        </p:spPr>
      </p:pic>
      <p:pic>
        <p:nvPicPr>
          <p:cNvPr id="692" name="Google Shape;639;p24" descr=""/>
          <p:cNvPicPr/>
          <p:nvPr/>
        </p:nvPicPr>
        <p:blipFill>
          <a:blip r:embed="rId3"/>
          <a:stretch/>
        </p:blipFill>
        <p:spPr>
          <a:xfrm>
            <a:off x="2039760" y="1682640"/>
            <a:ext cx="6312960" cy="4511160"/>
          </a:xfrm>
          <a:prstGeom prst="rect">
            <a:avLst/>
          </a:prstGeom>
          <a:ln w="0">
            <a:noFill/>
          </a:ln>
        </p:spPr>
      </p:pic>
    </p:spTree>
  </p:cSld>
  <mc:AlternateContent>
    <mc:Choice Requires="p14">
      <p:transition spd="med" p14:dur="700">
        <p:fade/>
      </p:transition>
    </mc:Choice>
    <mc:Fallback>
      <p:transition spd="med">
        <p:fade/>
      </p:transition>
    </mc:Fallback>
  </mc:AlternateContent>
  <p:timing>
    <p:tnLst>
      <p:par>
        <p:cTn id="318" dur="indefinite" restart="never" nodeType="tmRoot">
          <p:childTnLst>
            <p:seq>
              <p:cTn id="319" dur="indefinite" nodeType="mainSeq">
                <p:childTnLst>
                  <p:par>
                    <p:cTn id="320" fill="hold">
                      <p:stCondLst>
                        <p:cond delay="indefinite"/>
                      </p:stCondLst>
                      <p:childTnLst>
                        <p:par>
                          <p:cTn id="321" fill="hold">
                            <p:stCondLst>
                              <p:cond delay="0"/>
                            </p:stCondLst>
                            <p:childTnLst>
                              <p:par>
                                <p:cTn id="322" nodeType="clickEffect" fill="hold" presetClass="entr" presetID="1">
                                  <p:stCondLst>
                                    <p:cond delay="0"/>
                                  </p:stCondLst>
                                  <p:childTnLst>
                                    <p:set>
                                      <p:cBhvr>
                                        <p:cTn id="323" dur="1" fill="hold">
                                          <p:stCondLst>
                                            <p:cond delay="0"/>
                                          </p:stCondLst>
                                        </p:cTn>
                                        <p:tgtEl>
                                          <p:spTgt spid="690"/>
                                        </p:tgtEl>
                                        <p:attrNameLst>
                                          <p:attrName>style.visibility</p:attrName>
                                        </p:attrNameLst>
                                      </p:cBhvr>
                                      <p:to>
                                        <p:strVal val="visible"/>
                                      </p:to>
                                    </p:set>
                                  </p:childTnLst>
                                </p:cTn>
                              </p:par>
                            </p:childTnLst>
                          </p:cTn>
                        </p:par>
                      </p:childTnLst>
                    </p:cTn>
                  </p:par>
                  <p:par>
                    <p:cTn id="324" fill="hold">
                      <p:stCondLst>
                        <p:cond delay="indefinite"/>
                      </p:stCondLst>
                      <p:childTnLst>
                        <p:par>
                          <p:cTn id="325" fill="hold">
                            <p:stCondLst>
                              <p:cond delay="0"/>
                            </p:stCondLst>
                            <p:childTnLst>
                              <p:par>
                                <p:cTn id="326" nodeType="clickEffect" fill="hold" presetClass="entr" presetID="2" presetSubtype="4">
                                  <p:stCondLst>
                                    <p:cond delay="0"/>
                                  </p:stCondLst>
                                  <p:childTnLst>
                                    <p:set>
                                      <p:cBhvr>
                                        <p:cTn id="327" dur="1" fill="hold">
                                          <p:stCondLst>
                                            <p:cond delay="0"/>
                                          </p:stCondLst>
                                        </p:cTn>
                                        <p:tgtEl>
                                          <p:spTgt spid="691"/>
                                        </p:tgtEl>
                                        <p:attrNameLst>
                                          <p:attrName>style.visibility</p:attrName>
                                        </p:attrNameLst>
                                      </p:cBhvr>
                                      <p:to>
                                        <p:strVal val="visible"/>
                                      </p:to>
                                    </p:set>
                                    <p:anim calcmode="lin" valueType="num">
                                      <p:cBhvr additive="repl">
                                        <p:cTn id="328" dur="500"/>
                                        <p:tgtEl>
                                          <p:spTgt spid="691"/>
                                        </p:tgtEl>
                                        <p:attrNameLst>
                                          <p:attrName>ppt_y</p:attrName>
                                        </p:attrNameLst>
                                      </p:cBhvr>
                                      <p:tavLst>
                                        <p:tav tm="0">
                                          <p:val>
                                            <p:strVal val="#ppt_y+1"/>
                                          </p:val>
                                        </p:tav>
                                        <p:tav tm="100000">
                                          <p:val>
                                            <p:strVal val="#ppt_y"/>
                                          </p:val>
                                        </p:tav>
                                      </p:tavLst>
                                    </p:anim>
                                  </p:childTnLst>
                                </p:cTn>
                              </p:par>
                            </p:childTnLst>
                          </p:cTn>
                        </p:par>
                      </p:childTnLst>
                    </p:cTn>
                  </p:par>
                  <p:par>
                    <p:cTn id="329" fill="hold">
                      <p:stCondLst>
                        <p:cond delay="indefinite"/>
                      </p:stCondLst>
                      <p:childTnLst>
                        <p:par>
                          <p:cTn id="330" fill="hold">
                            <p:stCondLst>
                              <p:cond delay="0"/>
                            </p:stCondLst>
                            <p:childTnLst>
                              <p:par>
                                <p:cTn id="331" nodeType="clickEffect" fill="hold" presetClass="entr" presetID="1">
                                  <p:stCondLst>
                                    <p:cond delay="0"/>
                                  </p:stCondLst>
                                  <p:childTnLst>
                                    <p:set>
                                      <p:cBhvr>
                                        <p:cTn id="332" dur="1" fill="hold">
                                          <p:stCondLst>
                                            <p:cond delay="0"/>
                                          </p:stCondLst>
                                        </p:cTn>
                                        <p:tgtEl>
                                          <p:spTgt spid="6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title"/>
          </p:nvPr>
        </p:nvSpPr>
        <p:spPr>
          <a:xfrm>
            <a:off x="1101600" y="286560"/>
            <a:ext cx="10098720" cy="121788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La comunicación</a:t>
            </a:r>
            <a:endParaRPr b="0" lang="es-AR" sz="4400" spc="-1" strike="noStrike">
              <a:solidFill>
                <a:srgbClr val="000000"/>
              </a:solidFill>
              <a:latin typeface="Arial"/>
            </a:endParaRPr>
          </a:p>
        </p:txBody>
      </p:sp>
      <p:sp>
        <p:nvSpPr>
          <p:cNvPr id="694" name="PlaceHolder 2"/>
          <p:cNvSpPr>
            <a:spLocks noGrp="1"/>
          </p:cNvSpPr>
          <p:nvPr>
            <p:ph type="sldNum" idx="65"/>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EA3312FF-6395-48E0-B964-B04080B33A7C}"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95" name="PlaceHolder 3"/>
          <p:cNvSpPr>
            <a:spLocks noGrp="1"/>
          </p:cNvSpPr>
          <p:nvPr>
            <p:ph/>
          </p:nvPr>
        </p:nvSpPr>
        <p:spPr>
          <a:xfrm>
            <a:off x="1101600" y="1845720"/>
            <a:ext cx="10098720" cy="4023000"/>
          </a:xfrm>
          <a:prstGeom prst="rect">
            <a:avLst/>
          </a:prstGeom>
          <a:noFill/>
          <a:ln w="0">
            <a:noFill/>
          </a:ln>
        </p:spPr>
        <p:txBody>
          <a:bodyPr lIns="0" rIns="0" anchor="t">
            <a:normAutofit/>
          </a:bodyPr>
          <a:p>
            <a:pPr marL="68760" indent="-68760">
              <a:lnSpc>
                <a:spcPct val="90000"/>
              </a:lnSpc>
              <a:buClr>
                <a:srgbClr val="c00000"/>
              </a:buClr>
              <a:buFont typeface="Arial"/>
              <a:buChar char="»"/>
            </a:pPr>
            <a:r>
              <a:rPr b="0" lang="es-ES" sz="2800" spc="-1" strike="noStrike">
                <a:solidFill>
                  <a:srgbClr val="3f3f3f"/>
                </a:solidFill>
                <a:latin typeface="Calibri"/>
                <a:ea typeface="Calibri"/>
              </a:rPr>
              <a:t>La comunicación es la base para la obtención de las necesidades del cliente. </a:t>
            </a:r>
            <a:endParaRPr b="0" lang="es-AR" sz="2800" spc="-1" strike="noStrike">
              <a:solidFill>
                <a:srgbClr val="000000"/>
              </a:solidFill>
              <a:latin typeface="Arial"/>
            </a:endParaRPr>
          </a:p>
          <a:p>
            <a:pPr marL="68760" indent="-68760">
              <a:lnSpc>
                <a:spcPct val="90000"/>
              </a:lnSpc>
              <a:spcBef>
                <a:spcPts val="1400"/>
              </a:spcBef>
              <a:buClr>
                <a:srgbClr val="c00000"/>
              </a:buClr>
              <a:buFont typeface="Arial"/>
              <a:buChar char="»"/>
            </a:pPr>
            <a:r>
              <a:rPr b="0" lang="es-ES" sz="2800" spc="-1" strike="noStrike">
                <a:solidFill>
                  <a:srgbClr val="3f3f3f"/>
                </a:solidFill>
                <a:latin typeface="Calibri"/>
                <a:ea typeface="Calibri"/>
              </a:rPr>
              <a:t>Es la principal fuente de error</a:t>
            </a:r>
            <a:endParaRPr b="0" lang="es-AR" sz="2800" spc="-1" strike="noStrike">
              <a:solidFill>
                <a:srgbClr val="000000"/>
              </a:solidFill>
              <a:latin typeface="Arial"/>
            </a:endParaRPr>
          </a:p>
          <a:p>
            <a:pPr marL="68760" indent="0">
              <a:lnSpc>
                <a:spcPct val="90000"/>
              </a:lnSpc>
              <a:spcBef>
                <a:spcPts val="1400"/>
              </a:spcBef>
              <a:buNone/>
              <a:tabLst>
                <a:tab algn="l" pos="0"/>
              </a:tabLst>
            </a:pPr>
            <a:endParaRPr b="0" lang="es-AR" sz="2800" spc="-1" strike="noStrike">
              <a:solidFill>
                <a:srgbClr val="000000"/>
              </a:solidFill>
              <a:latin typeface="Arial"/>
            </a:endParaRPr>
          </a:p>
          <a:p>
            <a:pPr marL="68760" indent="-68760">
              <a:lnSpc>
                <a:spcPct val="90000"/>
              </a:lnSpc>
              <a:spcBef>
                <a:spcPts val="1400"/>
              </a:spcBef>
              <a:buClr>
                <a:srgbClr val="c00000"/>
              </a:buClr>
              <a:buFont typeface="Arial"/>
              <a:buChar char="»"/>
              <a:tabLst>
                <a:tab algn="l" pos="0"/>
              </a:tabLst>
            </a:pPr>
            <a:r>
              <a:rPr b="0" lang="es-ES" sz="2800" spc="-1" strike="noStrike">
                <a:solidFill>
                  <a:srgbClr val="3f3f3f"/>
                </a:solidFill>
                <a:latin typeface="Calibri"/>
                <a:ea typeface="Calibri"/>
              </a:rPr>
              <a:t>Al hablar de necesidades, en términos más técnicos,  estamos hablando de </a:t>
            </a:r>
            <a:endParaRPr b="0" lang="es-AR" sz="2800" spc="-1" strike="noStrike">
              <a:solidFill>
                <a:srgbClr val="000000"/>
              </a:solidFill>
              <a:latin typeface="Arial"/>
            </a:endParaRPr>
          </a:p>
          <a:p>
            <a:pPr marL="495720" indent="0">
              <a:lnSpc>
                <a:spcPct val="90000"/>
              </a:lnSpc>
              <a:spcBef>
                <a:spcPts val="400"/>
              </a:spcBef>
              <a:buNone/>
              <a:tabLst>
                <a:tab algn="l" pos="0"/>
              </a:tabLst>
            </a:pPr>
            <a:r>
              <a:rPr b="1" i="1" lang="es-ES" sz="4000" spc="-1" strike="noStrike">
                <a:solidFill>
                  <a:srgbClr val="3f3f3f"/>
                </a:solidFill>
                <a:latin typeface="Calibri"/>
                <a:ea typeface="Calibri"/>
              </a:rPr>
              <a:t>	</a:t>
            </a:r>
            <a:r>
              <a:rPr b="1" i="1" lang="es-ES" sz="4000" spc="-1" strike="noStrike">
                <a:solidFill>
                  <a:srgbClr val="3f3f3f"/>
                </a:solidFill>
                <a:latin typeface="Calibri"/>
                <a:ea typeface="Calibri"/>
              </a:rPr>
              <a:t>	</a:t>
            </a:r>
            <a:r>
              <a:rPr b="1" i="1" lang="es-ES" sz="4000" spc="-1" strike="noStrike">
                <a:solidFill>
                  <a:srgbClr val="3f3f3f"/>
                </a:solidFill>
                <a:latin typeface="Calibri"/>
                <a:ea typeface="Calibri"/>
              </a:rPr>
              <a:t>Requerimientos.</a:t>
            </a:r>
            <a:endParaRPr b="0" lang="es-AR" sz="4000" spc="-1" strike="noStrike">
              <a:solidFill>
                <a:srgbClr val="000000"/>
              </a:solidFill>
              <a:latin typeface="Arial"/>
            </a:endParaRPr>
          </a:p>
        </p:txBody>
      </p:sp>
      <p:sp>
        <p:nvSpPr>
          <p:cNvPr id="696" name="Google Shape;647;p25"/>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timing>
    <p:tnLst>
      <p:par>
        <p:cTn id="333" dur="indefinite" restart="never" nodeType="tmRoot">
          <p:childTnLst>
            <p:seq>
              <p:cTn id="334" dur="indefinite" nodeType="mainSeq">
                <p:childTnLst>
                  <p:par>
                    <p:cTn id="335" fill="hold">
                      <p:stCondLst>
                        <p:cond delay="indefinite"/>
                      </p:stCondLst>
                      <p:childTnLst>
                        <p:par>
                          <p:cTn id="336" fill="hold">
                            <p:stCondLst>
                              <p:cond delay="0"/>
                            </p:stCondLst>
                            <p:childTnLst>
                              <p:par>
                                <p:cTn id="337" nodeType="clickEffect" fill="hold" presetClass="entr" presetID="1">
                                  <p:stCondLst>
                                    <p:cond delay="0"/>
                                  </p:stCondLst>
                                  <p:childTnLst>
                                    <p:set>
                                      <p:cBhvr>
                                        <p:cTn id="338" dur="1" fill="hold">
                                          <p:stCondLst>
                                            <p:cond delay="0"/>
                                          </p:stCondLst>
                                        </p:cTn>
                                        <p:tgtEl>
                                          <p:spTgt spid="695">
                                            <p:txEl>
                                              <p:pRg st="3" end="3"/>
                                            </p:txEl>
                                          </p:spTgt>
                                        </p:tgtEl>
                                        <p:attrNameLst>
                                          <p:attrName>style.visibility</p:attrName>
                                        </p:attrNameLst>
                                      </p:cBhvr>
                                      <p:to>
                                        <p:strVal val="visible"/>
                                      </p:to>
                                    </p:set>
                                  </p:childTnLst>
                                </p:cTn>
                              </p:par>
                              <p:par>
                                <p:cTn id="339" nodeType="withEffect" fill="hold" presetClass="entr" presetID="1">
                                  <p:stCondLst>
                                    <p:cond delay="0"/>
                                  </p:stCondLst>
                                  <p:childTnLst>
                                    <p:set>
                                      <p:cBhvr>
                                        <p:cTn id="340" dur="1" fill="hold">
                                          <p:stCondLst>
                                            <p:cond delay="0"/>
                                          </p:stCondLst>
                                        </p:cTn>
                                        <p:tgtEl>
                                          <p:spTgt spid="695">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title"/>
          </p:nvPr>
        </p:nvSpPr>
        <p:spPr>
          <a:xfrm>
            <a:off x="1101600" y="286560"/>
            <a:ext cx="10098720" cy="118152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Requerimientos</a:t>
            </a:r>
            <a:endParaRPr b="0" lang="es-AR" sz="4400" spc="-1" strike="noStrike">
              <a:solidFill>
                <a:srgbClr val="000000"/>
              </a:solidFill>
              <a:latin typeface="Arial"/>
            </a:endParaRPr>
          </a:p>
        </p:txBody>
      </p:sp>
      <p:sp>
        <p:nvSpPr>
          <p:cNvPr id="698" name="PlaceHolder 2"/>
          <p:cNvSpPr>
            <a:spLocks noGrp="1"/>
          </p:cNvSpPr>
          <p:nvPr>
            <p:ph type="sldNum" idx="66"/>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D933A018-C7B1-4191-A2A3-2482D04CEAC2}"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699" name="PlaceHolder 3"/>
          <p:cNvSpPr>
            <a:spLocks noGrp="1"/>
          </p:cNvSpPr>
          <p:nvPr>
            <p:ph/>
          </p:nvPr>
        </p:nvSpPr>
        <p:spPr>
          <a:xfrm>
            <a:off x="1101600" y="1845720"/>
            <a:ext cx="10098720" cy="4023000"/>
          </a:xfrm>
          <a:prstGeom prst="rect">
            <a:avLst/>
          </a:prstGeom>
          <a:noFill/>
          <a:ln w="0">
            <a:noFill/>
          </a:ln>
        </p:spPr>
        <p:txBody>
          <a:bodyPr lIns="0" rIns="0" anchor="t">
            <a:normAutofit fontScale="93000"/>
          </a:bodyPr>
          <a:p>
            <a:pPr marL="63720" indent="-141480">
              <a:lnSpc>
                <a:spcPct val="90000"/>
              </a:lnSpc>
              <a:buClr>
                <a:srgbClr val="c00000"/>
              </a:buClr>
              <a:buFont typeface="Arial"/>
              <a:buChar char="»"/>
            </a:pPr>
            <a:r>
              <a:rPr b="0" lang="es-ES" sz="2400" spc="-1" strike="noStrike">
                <a:solidFill>
                  <a:srgbClr val="3f3f3f"/>
                </a:solidFill>
                <a:latin typeface="Calibri"/>
                <a:ea typeface="Calibri"/>
              </a:rPr>
              <a:t>Un </a:t>
            </a:r>
            <a:r>
              <a:rPr b="1" i="1" lang="es-ES" sz="2800" spc="-1" strike="noStrike">
                <a:solidFill>
                  <a:srgbClr val="3f3f3f"/>
                </a:solidFill>
                <a:latin typeface="Calibri"/>
                <a:ea typeface="Calibri"/>
              </a:rPr>
              <a:t>R</a:t>
            </a:r>
            <a:r>
              <a:rPr b="1" i="1" lang="es-ES" sz="2400" spc="-1" strike="noStrike">
                <a:solidFill>
                  <a:srgbClr val="3f3f3f"/>
                </a:solidFill>
                <a:latin typeface="Calibri"/>
                <a:ea typeface="Calibri"/>
              </a:rPr>
              <a:t>equerimiento </a:t>
            </a:r>
            <a:r>
              <a:rPr b="0" lang="es-ES" sz="2400" spc="-1" strike="noStrike">
                <a:solidFill>
                  <a:srgbClr val="3f3f3f"/>
                </a:solidFill>
                <a:latin typeface="Calibri"/>
                <a:ea typeface="Calibri"/>
              </a:rPr>
              <a:t>(o requisito) es una característica del sistema o una descripción de algo que el sistema es capaz de hacer con el objeto de satisfacer el propósito del sistema.</a:t>
            </a:r>
            <a:endParaRPr b="0" lang="es-AR" sz="2400" spc="-1" strike="noStrike">
              <a:solidFill>
                <a:srgbClr val="000000"/>
              </a:solidFill>
              <a:latin typeface="Arial"/>
            </a:endParaRPr>
          </a:p>
          <a:p>
            <a:pPr marL="63720" indent="0">
              <a:lnSpc>
                <a:spcPct val="90000"/>
              </a:lnSpc>
              <a:spcBef>
                <a:spcPts val="1400"/>
              </a:spcBef>
              <a:buNone/>
              <a:tabLst>
                <a:tab algn="l" pos="0"/>
              </a:tabLst>
            </a:pPr>
            <a:endParaRPr b="0" lang="es-AR" sz="2400" spc="-1" strike="noStrike">
              <a:solidFill>
                <a:srgbClr val="000000"/>
              </a:solidFill>
              <a:latin typeface="Arial"/>
            </a:endParaRPr>
          </a:p>
          <a:p>
            <a:pPr marL="63720" indent="-141480">
              <a:lnSpc>
                <a:spcPct val="90000"/>
              </a:lnSpc>
              <a:spcBef>
                <a:spcPts val="1199"/>
              </a:spcBef>
              <a:buClr>
                <a:srgbClr val="c00000"/>
              </a:buClr>
              <a:buFont typeface="Arial"/>
              <a:buChar char="»"/>
              <a:tabLst>
                <a:tab algn="l" pos="0"/>
              </a:tabLst>
            </a:pPr>
            <a:r>
              <a:rPr b="0" lang="es-ES" sz="2400" spc="-1" strike="noStrike">
                <a:solidFill>
                  <a:srgbClr val="3f3f3f"/>
                </a:solidFill>
                <a:latin typeface="Calibri"/>
                <a:ea typeface="Calibri"/>
              </a:rPr>
              <a:t>Definición IEEE-Std-610 </a:t>
            </a:r>
            <a:endParaRPr b="0" lang="es-AR" sz="2400" spc="-1" strike="noStrike">
              <a:solidFill>
                <a:srgbClr val="000000"/>
              </a:solidFill>
              <a:latin typeface="Arial"/>
            </a:endParaRPr>
          </a:p>
          <a:p>
            <a:pPr lvl="2" marL="527040" indent="-160560">
              <a:lnSpc>
                <a:spcPct val="90000"/>
              </a:lnSpc>
              <a:spcBef>
                <a:spcPts val="1001"/>
              </a:spcBef>
              <a:buClr>
                <a:srgbClr val="549e39"/>
              </a:buClr>
              <a:buFont typeface="Noto Sans Symbols"/>
              <a:buChar char="❑"/>
              <a:tabLst>
                <a:tab algn="l" pos="0"/>
              </a:tabLst>
            </a:pPr>
            <a:r>
              <a:rPr b="0" i="1" lang="es-ES" sz="2100" spc="-1" strike="noStrike">
                <a:solidFill>
                  <a:srgbClr val="3f3f3f"/>
                </a:solidFill>
                <a:latin typeface="Calibri"/>
                <a:ea typeface="Calibri"/>
              </a:rPr>
              <a:t>Condición o capacidad que necesita el usuario para resolver un problema o alcanzar un objetivo</a:t>
            </a:r>
            <a:r>
              <a:rPr b="0" lang="es-ES" sz="2100" spc="-1" strike="noStrike">
                <a:solidFill>
                  <a:srgbClr val="3f3f3f"/>
                </a:solidFill>
                <a:latin typeface="Calibri"/>
                <a:ea typeface="Calibri"/>
              </a:rPr>
              <a:t>.</a:t>
            </a:r>
            <a:endParaRPr b="0" lang="es-AR" sz="2100" spc="-1" strike="noStrike">
              <a:solidFill>
                <a:srgbClr val="000000"/>
              </a:solidFill>
              <a:latin typeface="Arial"/>
            </a:endParaRPr>
          </a:p>
          <a:p>
            <a:pPr lvl="2" marL="527040" indent="-160560">
              <a:lnSpc>
                <a:spcPct val="90000"/>
              </a:lnSpc>
              <a:spcBef>
                <a:spcPts val="601"/>
              </a:spcBef>
              <a:buClr>
                <a:srgbClr val="549e39"/>
              </a:buClr>
              <a:buFont typeface="Noto Sans Symbols"/>
              <a:buChar char="❑"/>
              <a:tabLst>
                <a:tab algn="l" pos="0"/>
              </a:tabLst>
            </a:pPr>
            <a:r>
              <a:rPr b="0" i="1" lang="es-ES" sz="2100" spc="-1" strike="noStrike">
                <a:solidFill>
                  <a:srgbClr val="3f3f3f"/>
                </a:solidFill>
                <a:latin typeface="Calibri"/>
                <a:ea typeface="Calibri"/>
              </a:rPr>
              <a:t>Condición o capacidad que debe satisfacer o poseer un sistema o una componente de un sistema para satisfacer un contrato, un estándar, una especificación u otro documento formalmente impuesto</a:t>
            </a:r>
            <a:r>
              <a:rPr b="0" lang="es-ES" sz="2100" spc="-1" strike="noStrike">
                <a:solidFill>
                  <a:srgbClr val="3f3f3f"/>
                </a:solidFill>
                <a:latin typeface="Calibri"/>
                <a:ea typeface="Calibri"/>
              </a:rPr>
              <a:t>.</a:t>
            </a:r>
            <a:endParaRPr b="0" lang="es-AR" sz="2100" spc="-1" strike="noStrike">
              <a:solidFill>
                <a:srgbClr val="000000"/>
              </a:solidFill>
              <a:latin typeface="Arial"/>
            </a:endParaRPr>
          </a:p>
          <a:p>
            <a:pPr lvl="2" marL="527040" indent="-160560">
              <a:lnSpc>
                <a:spcPct val="90000"/>
              </a:lnSpc>
              <a:spcBef>
                <a:spcPts val="601"/>
              </a:spcBef>
              <a:buClr>
                <a:srgbClr val="549e39"/>
              </a:buClr>
              <a:buFont typeface="Noto Sans Symbols"/>
              <a:buChar char="❑"/>
              <a:tabLst>
                <a:tab algn="l" pos="0"/>
              </a:tabLst>
            </a:pPr>
            <a:r>
              <a:rPr b="0" lang="es-ES" sz="2100" spc="-1" strike="noStrike">
                <a:solidFill>
                  <a:srgbClr val="3f3f3f"/>
                </a:solidFill>
                <a:latin typeface="Calibri"/>
                <a:ea typeface="Calibri"/>
              </a:rPr>
              <a:t>Representación documentada de una condición o capacidad como en 1 o 2.</a:t>
            </a:r>
            <a:endParaRPr b="0" lang="es-AR" sz="2100" spc="-1" strike="noStrike">
              <a:solidFill>
                <a:srgbClr val="000000"/>
              </a:solidFill>
              <a:latin typeface="Arial"/>
            </a:endParaRPr>
          </a:p>
          <a:p>
            <a:pPr marL="63720" indent="0">
              <a:lnSpc>
                <a:spcPct val="90000"/>
              </a:lnSpc>
              <a:spcBef>
                <a:spcPts val="1599"/>
              </a:spcBef>
              <a:buNone/>
              <a:tabLst>
                <a:tab algn="l" pos="0"/>
              </a:tabLst>
            </a:pPr>
            <a:endParaRPr b="0" lang="es-AR" sz="1050" spc="-1" strike="noStrike">
              <a:solidFill>
                <a:srgbClr val="000000"/>
              </a:solidFill>
              <a:latin typeface="Arial"/>
            </a:endParaRPr>
          </a:p>
          <a:p>
            <a:pPr marL="63720" indent="0">
              <a:lnSpc>
                <a:spcPct val="90000"/>
              </a:lnSpc>
              <a:spcBef>
                <a:spcPts val="1400"/>
              </a:spcBef>
              <a:buNone/>
              <a:tabLst>
                <a:tab algn="l" pos="0"/>
              </a:tabLst>
            </a:pPr>
            <a:endParaRPr b="0" lang="es-AR" sz="1000" spc="-1" strike="noStrike">
              <a:solidFill>
                <a:srgbClr val="000000"/>
              </a:solidFill>
              <a:latin typeface="Arial"/>
            </a:endParaRPr>
          </a:p>
        </p:txBody>
      </p:sp>
      <p:sp>
        <p:nvSpPr>
          <p:cNvPr id="700" name="Google Shape;655;p26"/>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timing>
    <p:tnLst>
      <p:par>
        <p:cTn id="341" dur="indefinite" restart="never" nodeType="tmRoot">
          <p:childTnLst>
            <p:seq>
              <p:cTn id="342" dur="indefinite" nodeType="mainSeq">
                <p:childTnLst>
                  <p:par>
                    <p:cTn id="343" fill="hold">
                      <p:stCondLst>
                        <p:cond delay="indefinite"/>
                      </p:stCondLst>
                      <p:childTnLst>
                        <p:par>
                          <p:cTn id="344" fill="hold">
                            <p:stCondLst>
                              <p:cond delay="0"/>
                            </p:stCondLst>
                            <p:childTnLst>
                              <p:par>
                                <p:cTn id="345" nodeType="clickEffect" fill="hold" presetClass="entr" presetID="1">
                                  <p:stCondLst>
                                    <p:cond delay="0"/>
                                  </p:stCondLst>
                                  <p:childTnLst>
                                    <p:set>
                                      <p:cBhvr>
                                        <p:cTn id="346" dur="1" fill="hold">
                                          <p:stCondLst>
                                            <p:cond delay="0"/>
                                          </p:stCondLst>
                                        </p:cTn>
                                        <p:tgtEl>
                                          <p:spTgt spid="699">
                                            <p:txEl>
                                              <p:pRg st="2" end="2"/>
                                            </p:txEl>
                                          </p:spTgt>
                                        </p:tgtEl>
                                        <p:attrNameLst>
                                          <p:attrName>style.visibility</p:attrName>
                                        </p:attrNameLst>
                                      </p:cBhvr>
                                      <p:to>
                                        <p:strVal val="visible"/>
                                      </p:to>
                                    </p:set>
                                  </p:childTnLst>
                                </p:cTn>
                              </p:par>
                              <p:par>
                                <p:cTn id="347" nodeType="withEffect" fill="hold" presetClass="entr" presetID="1">
                                  <p:stCondLst>
                                    <p:cond delay="0"/>
                                  </p:stCondLst>
                                  <p:childTnLst>
                                    <p:set>
                                      <p:cBhvr>
                                        <p:cTn id="348" dur="1" fill="hold">
                                          <p:stCondLst>
                                            <p:cond delay="0"/>
                                          </p:stCondLst>
                                        </p:cTn>
                                        <p:tgtEl>
                                          <p:spTgt spid="699">
                                            <p:txEl>
                                              <p:pRg st="3" end="3"/>
                                            </p:txEl>
                                          </p:spTgt>
                                        </p:tgtEl>
                                        <p:attrNameLst>
                                          <p:attrName>style.visibility</p:attrName>
                                        </p:attrNameLst>
                                      </p:cBhvr>
                                      <p:to>
                                        <p:strVal val="visible"/>
                                      </p:to>
                                    </p:set>
                                  </p:childTnLst>
                                </p:cTn>
                              </p:par>
                              <p:par>
                                <p:cTn id="349" nodeType="withEffect" fill="hold" presetClass="entr" presetID="1">
                                  <p:stCondLst>
                                    <p:cond delay="0"/>
                                  </p:stCondLst>
                                  <p:childTnLst>
                                    <p:set>
                                      <p:cBhvr>
                                        <p:cTn id="350" dur="1" fill="hold">
                                          <p:stCondLst>
                                            <p:cond delay="0"/>
                                          </p:stCondLst>
                                        </p:cTn>
                                        <p:tgtEl>
                                          <p:spTgt spid="699">
                                            <p:txEl>
                                              <p:pRg st="4" end="4"/>
                                            </p:txEl>
                                          </p:spTgt>
                                        </p:tgtEl>
                                        <p:attrNameLst>
                                          <p:attrName>style.visibility</p:attrName>
                                        </p:attrNameLst>
                                      </p:cBhvr>
                                      <p:to>
                                        <p:strVal val="visible"/>
                                      </p:to>
                                    </p:set>
                                  </p:childTnLst>
                                </p:cTn>
                              </p:par>
                              <p:par>
                                <p:cTn id="351" nodeType="withEffect" fill="hold" presetClass="entr" presetID="1">
                                  <p:stCondLst>
                                    <p:cond delay="0"/>
                                  </p:stCondLst>
                                  <p:childTnLst>
                                    <p:set>
                                      <p:cBhvr>
                                        <p:cTn id="352" dur="1" fill="hold">
                                          <p:stCondLst>
                                            <p:cond delay="0"/>
                                          </p:stCondLst>
                                        </p:cTn>
                                        <p:tgtEl>
                                          <p:spTgt spid="699">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1" name="Google Shape;660;p27" descr=""/>
          <p:cNvPicPr/>
          <p:nvPr/>
        </p:nvPicPr>
        <p:blipFill>
          <a:blip r:embed="rId1"/>
          <a:srcRect l="7646" t="0" r="12318" b="13451"/>
          <a:stretch/>
        </p:blipFill>
        <p:spPr>
          <a:xfrm>
            <a:off x="6562800" y="2000160"/>
            <a:ext cx="5277600" cy="3713760"/>
          </a:xfrm>
          <a:prstGeom prst="rect">
            <a:avLst/>
          </a:prstGeom>
          <a:ln w="0">
            <a:noFill/>
          </a:ln>
        </p:spPr>
      </p:pic>
      <p:sp>
        <p:nvSpPr>
          <p:cNvPr id="702" name="PlaceHolder 1"/>
          <p:cNvSpPr>
            <a:spLocks noGrp="1"/>
          </p:cNvSpPr>
          <p:nvPr>
            <p:ph type="title"/>
          </p:nvPr>
        </p:nvSpPr>
        <p:spPr>
          <a:xfrm>
            <a:off x="1101600" y="286560"/>
            <a:ext cx="10098720" cy="120852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Fuentes de Requerimientos</a:t>
            </a:r>
            <a:endParaRPr b="0" lang="es-AR" sz="4400" spc="-1" strike="noStrike">
              <a:solidFill>
                <a:srgbClr val="000000"/>
              </a:solidFill>
              <a:latin typeface="Arial"/>
            </a:endParaRPr>
          </a:p>
        </p:txBody>
      </p:sp>
      <p:sp>
        <p:nvSpPr>
          <p:cNvPr id="703" name="PlaceHolder 2"/>
          <p:cNvSpPr>
            <a:spLocks noGrp="1"/>
          </p:cNvSpPr>
          <p:nvPr>
            <p:ph type="sldNum" idx="67"/>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39ACCA2C-AB27-46F1-889E-4708743783FE}"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04" name="PlaceHolder 3"/>
          <p:cNvSpPr>
            <a:spLocks noGrp="1"/>
          </p:cNvSpPr>
          <p:nvPr>
            <p:ph/>
          </p:nvPr>
        </p:nvSpPr>
        <p:spPr>
          <a:xfrm>
            <a:off x="1101600" y="1845720"/>
            <a:ext cx="10098720" cy="4023000"/>
          </a:xfrm>
          <a:prstGeom prst="rect">
            <a:avLst/>
          </a:prstGeom>
          <a:noFill/>
          <a:ln w="0">
            <a:noFill/>
          </a:ln>
        </p:spPr>
        <p:txBody>
          <a:bodyPr lIns="0" rIns="0" anchor="t">
            <a:normAutofit/>
          </a:bodyPr>
          <a:p>
            <a:pPr lvl="1" marL="384120" indent="-182880">
              <a:lnSpc>
                <a:spcPct val="90000"/>
              </a:lnSpc>
              <a:buClr>
                <a:srgbClr val="549e39"/>
              </a:buClr>
              <a:buFont typeface="Calibri"/>
              <a:buChar char="◦"/>
            </a:pPr>
            <a:r>
              <a:rPr b="0" lang="es-ES" sz="2800" spc="-1" strike="noStrike">
                <a:solidFill>
                  <a:srgbClr val="3f3f3f"/>
                </a:solidFill>
                <a:latin typeface="Calibri"/>
                <a:ea typeface="Calibri"/>
              </a:rPr>
              <a:t>Documentación</a:t>
            </a:r>
            <a:endParaRPr b="0" lang="es-AR" sz="2800" spc="-1" strike="noStrike">
              <a:solidFill>
                <a:srgbClr val="000000"/>
              </a:solidFill>
              <a:latin typeface="Arial"/>
            </a:endParaRPr>
          </a:p>
          <a:p>
            <a:pPr lvl="1" marL="384120" indent="-182880">
              <a:lnSpc>
                <a:spcPct val="90000"/>
              </a:lnSpc>
              <a:spcBef>
                <a:spcPts val="601"/>
              </a:spcBef>
              <a:buClr>
                <a:srgbClr val="549e39"/>
              </a:buClr>
              <a:buFont typeface="Calibri"/>
              <a:buChar char="◦"/>
            </a:pPr>
            <a:r>
              <a:rPr b="0" lang="es-ES" sz="2800" spc="-1" strike="noStrike">
                <a:solidFill>
                  <a:srgbClr val="3f3f3f"/>
                </a:solidFill>
                <a:latin typeface="Calibri"/>
                <a:ea typeface="Calibri"/>
              </a:rPr>
              <a:t>Stakeholders</a:t>
            </a:r>
            <a:endParaRPr b="0" lang="es-AR" sz="2800" spc="-1" strike="noStrike">
              <a:solidFill>
                <a:srgbClr val="000000"/>
              </a:solidFill>
              <a:latin typeface="Arial"/>
            </a:endParaRPr>
          </a:p>
          <a:p>
            <a:pPr lvl="1" marL="384120" indent="-182880">
              <a:lnSpc>
                <a:spcPct val="90000"/>
              </a:lnSpc>
              <a:spcBef>
                <a:spcPts val="601"/>
              </a:spcBef>
              <a:buClr>
                <a:srgbClr val="549e39"/>
              </a:buClr>
              <a:buFont typeface="Calibri"/>
              <a:buChar char="◦"/>
            </a:pPr>
            <a:r>
              <a:rPr b="0" lang="es-ES" sz="2800" spc="-1" strike="noStrike">
                <a:solidFill>
                  <a:srgbClr val="3f3f3f"/>
                </a:solidFill>
                <a:latin typeface="Calibri"/>
                <a:ea typeface="Calibri"/>
              </a:rPr>
              <a:t>Especificaciones de sistemas similares</a:t>
            </a:r>
            <a:endParaRPr b="0" lang="es-AR" sz="2800" spc="-1" strike="noStrike">
              <a:solidFill>
                <a:srgbClr val="000000"/>
              </a:solidFill>
              <a:latin typeface="Arial"/>
            </a:endParaRPr>
          </a:p>
          <a:p>
            <a:pPr marL="68760" indent="0">
              <a:lnSpc>
                <a:spcPct val="90000"/>
              </a:lnSpc>
              <a:spcBef>
                <a:spcPts val="1599"/>
              </a:spcBef>
              <a:buNone/>
              <a:tabLst>
                <a:tab algn="l" pos="0"/>
              </a:tabLst>
            </a:pPr>
            <a:endParaRPr b="0" lang="es-AR" sz="2000" spc="-1" strike="noStrike">
              <a:solidFill>
                <a:srgbClr val="000000"/>
              </a:solidFill>
              <a:latin typeface="Arial"/>
            </a:endParaRPr>
          </a:p>
          <a:p>
            <a:pPr marL="68760" indent="0">
              <a:lnSpc>
                <a:spcPct val="90000"/>
              </a:lnSpc>
              <a:spcBef>
                <a:spcPts val="1400"/>
              </a:spcBef>
              <a:buNone/>
              <a:tabLst>
                <a:tab algn="l" pos="0"/>
              </a:tabLst>
            </a:pPr>
            <a:endParaRPr b="0" lang="es-AR" sz="1600" spc="-1" strike="noStrike">
              <a:solidFill>
                <a:srgbClr val="000000"/>
              </a:solidFill>
              <a:latin typeface="Arial"/>
            </a:endParaRPr>
          </a:p>
          <a:p>
            <a:pPr marL="68760" indent="0">
              <a:lnSpc>
                <a:spcPct val="90000"/>
              </a:lnSpc>
              <a:spcBef>
                <a:spcPts val="1400"/>
              </a:spcBef>
              <a:buNone/>
              <a:tabLst>
                <a:tab algn="l" pos="0"/>
              </a:tabLst>
            </a:pPr>
            <a:endParaRPr b="0" lang="es-AR" sz="1600" spc="-1" strike="noStrike">
              <a:solidFill>
                <a:srgbClr val="000000"/>
              </a:solidFill>
              <a:latin typeface="Arial"/>
            </a:endParaRPr>
          </a:p>
        </p:txBody>
      </p:sp>
      <p:sp>
        <p:nvSpPr>
          <p:cNvPr id="705" name="Google Shape;664;p27"/>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title"/>
          </p:nvPr>
        </p:nvSpPr>
        <p:spPr>
          <a:xfrm>
            <a:off x="1101600" y="286560"/>
            <a:ext cx="10098720" cy="116352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Stakeholder</a:t>
            </a:r>
            <a:endParaRPr b="0" lang="es-AR" sz="4400" spc="-1" strike="noStrike">
              <a:solidFill>
                <a:srgbClr val="000000"/>
              </a:solidFill>
              <a:latin typeface="Arial"/>
            </a:endParaRPr>
          </a:p>
        </p:txBody>
      </p:sp>
      <p:sp>
        <p:nvSpPr>
          <p:cNvPr id="707" name="PlaceHolder 2"/>
          <p:cNvSpPr>
            <a:spLocks noGrp="1"/>
          </p:cNvSpPr>
          <p:nvPr>
            <p:ph type="sldNum" idx="68"/>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19C2F4FD-0B46-4B52-A61E-8AE2D86F8D77}"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08" name="PlaceHolder 3"/>
          <p:cNvSpPr>
            <a:spLocks noGrp="1"/>
          </p:cNvSpPr>
          <p:nvPr>
            <p:ph/>
          </p:nvPr>
        </p:nvSpPr>
        <p:spPr>
          <a:xfrm>
            <a:off x="1101600" y="1845720"/>
            <a:ext cx="10098720" cy="4023000"/>
          </a:xfrm>
          <a:prstGeom prst="rect">
            <a:avLst/>
          </a:prstGeom>
          <a:noFill/>
          <a:ln w="0">
            <a:noFill/>
          </a:ln>
        </p:spPr>
        <p:txBody>
          <a:bodyPr lIns="0" rIns="0" anchor="t">
            <a:normAutofit fontScale="85000"/>
          </a:bodyPr>
          <a:p>
            <a:pPr marL="58320" indent="-58320" algn="just">
              <a:lnSpc>
                <a:spcPct val="90000"/>
              </a:lnSpc>
              <a:buClr>
                <a:srgbClr val="549e39"/>
              </a:buClr>
              <a:buFont typeface="Calibri"/>
              <a:buChar char=" "/>
            </a:pPr>
            <a:r>
              <a:rPr b="0" lang="es-ES" sz="2800" spc="-1" strike="noStrike">
                <a:solidFill>
                  <a:srgbClr val="3f3f3f"/>
                </a:solidFill>
                <a:latin typeface="Calibri"/>
                <a:ea typeface="Calibri"/>
              </a:rPr>
              <a:t>El término </a:t>
            </a:r>
            <a:r>
              <a:rPr b="1" lang="es-ES" sz="2800" spc="-1" strike="noStrike">
                <a:solidFill>
                  <a:srgbClr val="3f3f3f"/>
                </a:solidFill>
                <a:latin typeface="Calibri"/>
                <a:ea typeface="Calibri"/>
              </a:rPr>
              <a:t>stakeholder </a:t>
            </a:r>
            <a:r>
              <a:rPr b="0" lang="es-ES" sz="2800" spc="-1" strike="noStrike">
                <a:solidFill>
                  <a:srgbClr val="3f3f3f"/>
                </a:solidFill>
                <a:latin typeface="Calibri"/>
                <a:ea typeface="Calibri"/>
              </a:rPr>
              <a:t>se utiliza para referirse a cualquier persona o grupo que se verá afectado por el sistema, directa o indirectamente.</a:t>
            </a:r>
            <a:endParaRPr b="0" lang="es-AR" sz="2800" spc="-1" strike="noStrike">
              <a:solidFill>
                <a:srgbClr val="000000"/>
              </a:solidFill>
              <a:latin typeface="Arial"/>
            </a:endParaRPr>
          </a:p>
          <a:p>
            <a:pPr marL="58320" indent="0" algn="just">
              <a:lnSpc>
                <a:spcPct val="90000"/>
              </a:lnSpc>
              <a:spcBef>
                <a:spcPts val="1400"/>
              </a:spcBef>
              <a:buNone/>
              <a:tabLst>
                <a:tab algn="l" pos="0"/>
              </a:tabLst>
            </a:pPr>
            <a:endParaRPr b="0" lang="es-AR" sz="2800" spc="-1" strike="noStrike">
              <a:solidFill>
                <a:srgbClr val="000000"/>
              </a:solidFill>
              <a:latin typeface="Arial"/>
            </a:endParaRPr>
          </a:p>
          <a:p>
            <a:pPr marL="58320" indent="-58320">
              <a:lnSpc>
                <a:spcPct val="90000"/>
              </a:lnSpc>
              <a:spcBef>
                <a:spcPts val="1400"/>
              </a:spcBef>
              <a:buClr>
                <a:srgbClr val="c00000"/>
              </a:buClr>
              <a:buFont typeface="Arial"/>
              <a:buChar char=" "/>
              <a:tabLst>
                <a:tab algn="l" pos="0"/>
              </a:tabLst>
            </a:pPr>
            <a:r>
              <a:rPr b="0" lang="es-ES" sz="2800" spc="-1" strike="noStrike">
                <a:solidFill>
                  <a:srgbClr val="3f3f3f"/>
                </a:solidFill>
                <a:latin typeface="Calibri"/>
                <a:ea typeface="Calibri"/>
              </a:rPr>
              <a:t>Entre los stakeholders se encuentran:</a:t>
            </a:r>
            <a:endParaRPr b="0" lang="es-AR" sz="2800" spc="-1" strike="noStrike">
              <a:solidFill>
                <a:srgbClr val="000000"/>
              </a:solidFill>
              <a:latin typeface="Arial"/>
            </a:endParaRPr>
          </a:p>
          <a:p>
            <a:pPr lvl="1" marL="326160" indent="-155160">
              <a:lnSpc>
                <a:spcPct val="90000"/>
              </a:lnSpc>
              <a:spcBef>
                <a:spcPts val="400"/>
              </a:spcBef>
              <a:buClr>
                <a:srgbClr val="549e39"/>
              </a:buClr>
              <a:buFont typeface="Calibri"/>
              <a:buChar char="◦"/>
              <a:tabLst>
                <a:tab algn="l" pos="0"/>
              </a:tabLst>
            </a:pPr>
            <a:r>
              <a:rPr b="0" lang="es-ES" sz="2400" spc="-1" strike="noStrike">
                <a:solidFill>
                  <a:srgbClr val="3f3f3f"/>
                </a:solidFill>
                <a:latin typeface="Calibri"/>
                <a:ea typeface="Calibri"/>
              </a:rPr>
              <a:t>Usuarios finales</a:t>
            </a:r>
            <a:endParaRPr b="0" lang="es-AR" sz="2400" spc="-1" strike="noStrike">
              <a:solidFill>
                <a:srgbClr val="000000"/>
              </a:solidFill>
              <a:latin typeface="Arial"/>
            </a:endParaRPr>
          </a:p>
          <a:p>
            <a:pPr lvl="1" marL="326160" indent="-155160">
              <a:lnSpc>
                <a:spcPct val="90000"/>
              </a:lnSpc>
              <a:spcBef>
                <a:spcPts val="601"/>
              </a:spcBef>
              <a:buClr>
                <a:srgbClr val="549e39"/>
              </a:buClr>
              <a:buFont typeface="Calibri"/>
              <a:buChar char="◦"/>
              <a:tabLst>
                <a:tab algn="l" pos="0"/>
              </a:tabLst>
            </a:pPr>
            <a:r>
              <a:rPr b="0" lang="es-ES" sz="2400" spc="-1" strike="noStrike">
                <a:solidFill>
                  <a:srgbClr val="3f3f3f"/>
                </a:solidFill>
                <a:latin typeface="Calibri"/>
                <a:ea typeface="Calibri"/>
              </a:rPr>
              <a:t>Ingenieros</a:t>
            </a:r>
            <a:endParaRPr b="0" lang="es-AR" sz="2400" spc="-1" strike="noStrike">
              <a:solidFill>
                <a:srgbClr val="000000"/>
              </a:solidFill>
              <a:latin typeface="Arial"/>
            </a:endParaRPr>
          </a:p>
          <a:p>
            <a:pPr lvl="1" marL="326160" indent="-155160">
              <a:lnSpc>
                <a:spcPct val="90000"/>
              </a:lnSpc>
              <a:spcBef>
                <a:spcPts val="601"/>
              </a:spcBef>
              <a:buClr>
                <a:srgbClr val="549e39"/>
              </a:buClr>
              <a:buFont typeface="Calibri"/>
              <a:buChar char="◦"/>
              <a:tabLst>
                <a:tab algn="l" pos="0"/>
              </a:tabLst>
            </a:pPr>
            <a:r>
              <a:rPr b="0" lang="es-ES" sz="2400" spc="-1" strike="noStrike">
                <a:solidFill>
                  <a:srgbClr val="3f3f3f"/>
                </a:solidFill>
                <a:latin typeface="Calibri"/>
                <a:ea typeface="Calibri"/>
              </a:rPr>
              <a:t>Gerentes</a:t>
            </a:r>
            <a:endParaRPr b="0" lang="es-AR" sz="2400" spc="-1" strike="noStrike">
              <a:solidFill>
                <a:srgbClr val="000000"/>
              </a:solidFill>
              <a:latin typeface="Arial"/>
            </a:endParaRPr>
          </a:p>
          <a:p>
            <a:pPr lvl="1" marL="326160" indent="-155160">
              <a:lnSpc>
                <a:spcPct val="90000"/>
              </a:lnSpc>
              <a:spcBef>
                <a:spcPts val="601"/>
              </a:spcBef>
              <a:buClr>
                <a:srgbClr val="549e39"/>
              </a:buClr>
              <a:buFont typeface="Calibri"/>
              <a:buChar char="◦"/>
              <a:tabLst>
                <a:tab algn="l" pos="0"/>
              </a:tabLst>
            </a:pPr>
            <a:r>
              <a:rPr b="0" lang="es-ES" sz="2400" spc="-1" strike="noStrike">
                <a:solidFill>
                  <a:srgbClr val="3f3f3f"/>
                </a:solidFill>
                <a:latin typeface="Calibri"/>
                <a:ea typeface="Calibri"/>
              </a:rPr>
              <a:t>Expertos del dominio</a:t>
            </a:r>
            <a:endParaRPr b="0" lang="es-AR" sz="2400" spc="-1" strike="noStrike">
              <a:solidFill>
                <a:srgbClr val="000000"/>
              </a:solidFill>
              <a:latin typeface="Arial"/>
            </a:endParaRPr>
          </a:p>
          <a:p>
            <a:pPr marL="326160" indent="0">
              <a:lnSpc>
                <a:spcPct val="90000"/>
              </a:lnSpc>
              <a:spcBef>
                <a:spcPts val="601"/>
              </a:spcBef>
              <a:buNone/>
              <a:tabLst>
                <a:tab algn="l" pos="0"/>
              </a:tabLst>
            </a:pPr>
            <a:endParaRPr b="0" lang="es-AR" sz="2400" spc="-1" strike="noStrike">
              <a:solidFill>
                <a:srgbClr val="000000"/>
              </a:solidFill>
              <a:latin typeface="Arial"/>
            </a:endParaRPr>
          </a:p>
          <a:p>
            <a:pPr lvl="1" marL="326160" indent="-155160">
              <a:lnSpc>
                <a:spcPct val="90000"/>
              </a:lnSpc>
              <a:spcBef>
                <a:spcPts val="601"/>
              </a:spcBef>
              <a:buClr>
                <a:srgbClr val="549e39"/>
              </a:buClr>
              <a:buFont typeface="Calibri"/>
              <a:buChar char="◦"/>
              <a:tabLst>
                <a:tab algn="l" pos="0"/>
              </a:tabLst>
            </a:pPr>
            <a:r>
              <a:rPr b="0" lang="es-ES" sz="2400" spc="-1" strike="noStrike">
                <a:solidFill>
                  <a:srgbClr val="3f3f3f"/>
                </a:solidFill>
                <a:latin typeface="Calibri"/>
                <a:ea typeface="Calibri"/>
              </a:rPr>
              <a:t>Diferentes visiones..</a:t>
            </a:r>
            <a:endParaRPr b="0" lang="es-AR" sz="2400" spc="-1" strike="noStrike">
              <a:solidFill>
                <a:srgbClr val="000000"/>
              </a:solidFill>
              <a:latin typeface="Arial"/>
            </a:endParaRPr>
          </a:p>
        </p:txBody>
      </p:sp>
      <p:pic>
        <p:nvPicPr>
          <p:cNvPr id="709" name="Google Shape;672;p28" descr="Stakeholder engagement secrets from Apple, Levi's and Wrigley | Greenbiz"/>
          <p:cNvPicPr/>
          <p:nvPr/>
        </p:nvPicPr>
        <p:blipFill>
          <a:blip r:embed="rId1"/>
          <a:srcRect l="7181" t="406" r="9258" b="-402"/>
          <a:stretch/>
        </p:blipFill>
        <p:spPr>
          <a:xfrm>
            <a:off x="7038720" y="2637000"/>
            <a:ext cx="4253760" cy="3096000"/>
          </a:xfrm>
          <a:prstGeom prst="rect">
            <a:avLst/>
          </a:prstGeom>
          <a:ln w="0">
            <a:noFill/>
          </a:ln>
        </p:spPr>
      </p:pic>
      <p:sp>
        <p:nvSpPr>
          <p:cNvPr id="710" name="Google Shape;673;p28"/>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title"/>
          </p:nvPr>
        </p:nvSpPr>
        <p:spPr>
          <a:xfrm>
            <a:off x="1101600" y="286560"/>
            <a:ext cx="10098720" cy="119952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Puntos de Vista</a:t>
            </a:r>
            <a:endParaRPr b="0" lang="es-AR" sz="4400" spc="-1" strike="noStrike">
              <a:solidFill>
                <a:srgbClr val="000000"/>
              </a:solidFill>
              <a:latin typeface="Arial"/>
            </a:endParaRPr>
          </a:p>
        </p:txBody>
      </p:sp>
      <p:sp>
        <p:nvSpPr>
          <p:cNvPr id="712" name="PlaceHolder 2"/>
          <p:cNvSpPr>
            <a:spLocks noGrp="1"/>
          </p:cNvSpPr>
          <p:nvPr>
            <p:ph type="sldNum" idx="69"/>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3A3435D-8388-4B89-9C15-3F1E7535A668}"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13" name="PlaceHolder 3"/>
          <p:cNvSpPr>
            <a:spLocks noGrp="1"/>
          </p:cNvSpPr>
          <p:nvPr>
            <p:ph/>
          </p:nvPr>
        </p:nvSpPr>
        <p:spPr>
          <a:xfrm>
            <a:off x="1101600" y="1845720"/>
            <a:ext cx="10098720" cy="4023000"/>
          </a:xfrm>
          <a:prstGeom prst="rect">
            <a:avLst/>
          </a:prstGeom>
          <a:noFill/>
          <a:ln w="0">
            <a:noFill/>
          </a:ln>
        </p:spPr>
        <p:txBody>
          <a:bodyPr lIns="0" rIns="0" anchor="t">
            <a:normAutofit/>
          </a:bodyPr>
          <a:p>
            <a:pPr marL="68760" indent="-68760">
              <a:lnSpc>
                <a:spcPct val="90000"/>
              </a:lnSpc>
              <a:buClr>
                <a:srgbClr val="c00000"/>
              </a:buClr>
              <a:buFont typeface="Arial"/>
              <a:buChar char="»"/>
            </a:pPr>
            <a:r>
              <a:rPr b="0" lang="es-ES" sz="2800" spc="-1" strike="noStrike">
                <a:solidFill>
                  <a:srgbClr val="000000"/>
                </a:solidFill>
                <a:latin typeface="Calibri"/>
                <a:ea typeface="Calibri"/>
              </a:rPr>
              <a:t>Existen tres tipos genéricos de puntos de vista:</a:t>
            </a:r>
            <a:endParaRPr b="0" lang="es-AR" sz="2800" spc="-1" strike="noStrike">
              <a:solidFill>
                <a:srgbClr val="000000"/>
              </a:solidFill>
              <a:latin typeface="Arial"/>
            </a:endParaRPr>
          </a:p>
          <a:p>
            <a:pPr lvl="1" marL="384120" indent="-182880" algn="just">
              <a:lnSpc>
                <a:spcPct val="90000"/>
              </a:lnSpc>
              <a:spcBef>
                <a:spcPts val="400"/>
              </a:spcBef>
              <a:buClr>
                <a:srgbClr val="549e39"/>
              </a:buClr>
              <a:buFont typeface="Calibri"/>
              <a:buChar char="◦"/>
            </a:pPr>
            <a:r>
              <a:rPr b="0" lang="es-ES" sz="2400" spc="-1" strike="noStrike">
                <a:solidFill>
                  <a:srgbClr val="000000"/>
                </a:solidFill>
                <a:latin typeface="Calibri"/>
                <a:ea typeface="Calibri"/>
              </a:rPr>
              <a:t>Punto de vista de los </a:t>
            </a:r>
            <a:r>
              <a:rPr b="1" i="1" lang="es-ES" sz="2400" spc="-1" strike="noStrike">
                <a:solidFill>
                  <a:srgbClr val="000000"/>
                </a:solidFill>
                <a:latin typeface="Calibri"/>
                <a:ea typeface="Calibri"/>
              </a:rPr>
              <a:t>interactuadores</a:t>
            </a:r>
            <a:r>
              <a:rPr b="0" lang="es-ES" sz="2400" spc="-1" strike="noStrike">
                <a:solidFill>
                  <a:srgbClr val="000000"/>
                </a:solidFill>
                <a:latin typeface="Calibri"/>
                <a:ea typeface="Calibri"/>
              </a:rPr>
              <a:t>: representan a las personas u otros sistemas que interactúan directamente con el sistema. Pueden influir en los requerimientos del sistema de algún modo.</a:t>
            </a:r>
            <a:endParaRPr b="0" lang="es-AR" sz="2400" spc="-1" strike="noStrike">
              <a:solidFill>
                <a:srgbClr val="000000"/>
              </a:solidFill>
              <a:latin typeface="Arial"/>
            </a:endParaRPr>
          </a:p>
          <a:p>
            <a:pPr lvl="1" marL="384120" indent="-182880" algn="just">
              <a:lnSpc>
                <a:spcPct val="90000"/>
              </a:lnSpc>
              <a:spcBef>
                <a:spcPts val="601"/>
              </a:spcBef>
              <a:buClr>
                <a:srgbClr val="549e39"/>
              </a:buClr>
              <a:buFont typeface="Calibri"/>
              <a:buChar char="◦"/>
            </a:pPr>
            <a:r>
              <a:rPr b="0" lang="es-ES" sz="2400" spc="-1" strike="noStrike">
                <a:solidFill>
                  <a:srgbClr val="000000"/>
                </a:solidFill>
                <a:latin typeface="Calibri"/>
                <a:ea typeface="Calibri"/>
              </a:rPr>
              <a:t>Punto de vista</a:t>
            </a:r>
            <a:r>
              <a:rPr b="1" i="1" lang="es-ES" sz="2400" spc="-1" strike="noStrike">
                <a:solidFill>
                  <a:srgbClr val="000000"/>
                </a:solidFill>
                <a:latin typeface="Calibri"/>
                <a:ea typeface="Calibri"/>
              </a:rPr>
              <a:t> indirecto</a:t>
            </a:r>
            <a:r>
              <a:rPr b="0" lang="es-ES" sz="2400" spc="-1" strike="noStrike">
                <a:solidFill>
                  <a:srgbClr val="000000"/>
                </a:solidFill>
                <a:latin typeface="Calibri"/>
                <a:ea typeface="Calibri"/>
              </a:rPr>
              <a:t>: representan a los stakeholders que no utilizan el sistema ellos mismos pero que influyen en los requerimientos de algún modo.</a:t>
            </a:r>
            <a:endParaRPr b="0" lang="es-AR" sz="2400" spc="-1" strike="noStrike">
              <a:solidFill>
                <a:srgbClr val="000000"/>
              </a:solidFill>
              <a:latin typeface="Arial"/>
            </a:endParaRPr>
          </a:p>
          <a:p>
            <a:pPr lvl="1" marL="384120" indent="-182880" algn="just">
              <a:lnSpc>
                <a:spcPct val="90000"/>
              </a:lnSpc>
              <a:spcBef>
                <a:spcPts val="601"/>
              </a:spcBef>
              <a:buClr>
                <a:srgbClr val="549e39"/>
              </a:buClr>
              <a:buFont typeface="Calibri"/>
              <a:buChar char="◦"/>
            </a:pPr>
            <a:r>
              <a:rPr b="0" lang="es-ES" sz="2400" spc="-1" strike="noStrike">
                <a:solidFill>
                  <a:srgbClr val="000000"/>
                </a:solidFill>
                <a:latin typeface="Calibri"/>
                <a:ea typeface="Calibri"/>
              </a:rPr>
              <a:t>Punto de vista del </a:t>
            </a:r>
            <a:r>
              <a:rPr b="1" i="1" lang="es-ES" sz="2400" spc="-1" strike="noStrike">
                <a:solidFill>
                  <a:srgbClr val="000000"/>
                </a:solidFill>
                <a:latin typeface="Calibri"/>
                <a:ea typeface="Calibri"/>
              </a:rPr>
              <a:t>dominio</a:t>
            </a:r>
            <a:r>
              <a:rPr b="0" lang="es-ES" sz="2400" spc="-1" strike="noStrike">
                <a:solidFill>
                  <a:srgbClr val="000000"/>
                </a:solidFill>
                <a:latin typeface="Calibri"/>
                <a:ea typeface="Calibri"/>
              </a:rPr>
              <a:t>: representan las características y restricciones del dominio que influyen en los requerimientos del sistema.</a:t>
            </a:r>
            <a:endParaRPr b="0" lang="es-AR" sz="2400" spc="-1" strike="noStrike">
              <a:solidFill>
                <a:srgbClr val="000000"/>
              </a:solidFill>
              <a:latin typeface="Arial"/>
            </a:endParaRPr>
          </a:p>
          <a:p>
            <a:pPr marL="68760" indent="0">
              <a:lnSpc>
                <a:spcPct val="90000"/>
              </a:lnSpc>
              <a:spcBef>
                <a:spcPts val="1599"/>
              </a:spcBef>
              <a:buNone/>
              <a:tabLst>
                <a:tab algn="l" pos="0"/>
              </a:tabLst>
            </a:pPr>
            <a:endParaRPr b="0" lang="es-AR" sz="1600" spc="-1" strike="noStrike">
              <a:solidFill>
                <a:srgbClr val="000000"/>
              </a:solidFill>
              <a:latin typeface="Arial"/>
            </a:endParaRPr>
          </a:p>
        </p:txBody>
      </p:sp>
      <p:sp>
        <p:nvSpPr>
          <p:cNvPr id="714" name="Google Shape;684;p29"/>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pic>
        <p:nvPicPr>
          <p:cNvPr id="715" name="Google Shape;685;p29" descr="punto de vista | Toma de Decisiones. Miguel Angel Ariño"/>
          <p:cNvPicPr/>
          <p:nvPr/>
        </p:nvPicPr>
        <p:blipFill>
          <a:blip r:embed="rId1"/>
          <a:srcRect l="5996" t="5618" r="5115" b="5691"/>
          <a:stretch/>
        </p:blipFill>
        <p:spPr>
          <a:xfrm>
            <a:off x="9104400" y="252720"/>
            <a:ext cx="2539800" cy="2187360"/>
          </a:xfrm>
          <a:prstGeom prst="rect">
            <a:avLst/>
          </a:prstGeom>
          <a:ln w="0">
            <a:noFill/>
          </a:ln>
        </p:spPr>
      </p:pic>
    </p:spTree>
  </p:cSld>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title"/>
          </p:nvPr>
        </p:nvSpPr>
        <p:spPr>
          <a:xfrm>
            <a:off x="1101600" y="286560"/>
            <a:ext cx="10098720" cy="1270800"/>
          </a:xfrm>
          <a:prstGeom prst="rect">
            <a:avLst/>
          </a:prstGeom>
          <a:noFill/>
          <a:ln w="0">
            <a:noFill/>
          </a:ln>
        </p:spPr>
        <p:txBody>
          <a:bodyPr anchor="b">
            <a:normAutofit/>
          </a:bodyPr>
          <a:p>
            <a:pPr indent="0">
              <a:lnSpc>
                <a:spcPct val="85000"/>
              </a:lnSpc>
              <a:buNone/>
              <a:tabLst>
                <a:tab algn="l" pos="0"/>
              </a:tabLst>
            </a:pPr>
            <a:r>
              <a:rPr b="1" lang="es-ES" sz="4400" spc="-1" strike="noStrike">
                <a:solidFill>
                  <a:srgbClr val="3f3f3f"/>
                </a:solidFill>
                <a:latin typeface="Calibri"/>
                <a:ea typeface="Calibri"/>
              </a:rPr>
              <a:t>Puntos de vista</a:t>
            </a:r>
            <a:endParaRPr b="0" lang="es-AR" sz="4400" spc="-1" strike="noStrike">
              <a:solidFill>
                <a:srgbClr val="000000"/>
              </a:solidFill>
              <a:latin typeface="Arial"/>
            </a:endParaRPr>
          </a:p>
        </p:txBody>
      </p:sp>
      <p:sp>
        <p:nvSpPr>
          <p:cNvPr id="717" name="PlaceHolder 2"/>
          <p:cNvSpPr>
            <a:spLocks noGrp="1"/>
          </p:cNvSpPr>
          <p:nvPr>
            <p:ph type="sldNum" idx="70"/>
          </p:nvPr>
        </p:nvSpPr>
        <p:spPr>
          <a:xfrm>
            <a:off x="9940320" y="6459840"/>
            <a:ext cx="1316880" cy="364680"/>
          </a:xfrm>
          <a:prstGeom prst="rect">
            <a:avLst/>
          </a:prstGeom>
          <a:noFill/>
          <a:ln w="0">
            <a:noFill/>
          </a:ln>
        </p:spPr>
        <p:txBody>
          <a:bodyPr anchor="ctr">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1B39B7C0-9D41-42F7-826D-3C660F99C250}"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18" name="PlaceHolder 3"/>
          <p:cNvSpPr>
            <a:spLocks noGrp="1"/>
          </p:cNvSpPr>
          <p:nvPr>
            <p:ph/>
          </p:nvPr>
        </p:nvSpPr>
        <p:spPr>
          <a:xfrm>
            <a:off x="1101600" y="1845720"/>
            <a:ext cx="10098720" cy="4023000"/>
          </a:xfrm>
          <a:prstGeom prst="rect">
            <a:avLst/>
          </a:prstGeom>
          <a:noFill/>
          <a:ln w="0">
            <a:noFill/>
          </a:ln>
        </p:spPr>
        <p:txBody>
          <a:bodyPr lIns="0" rIns="0" anchor="t">
            <a:normAutofit fontScale="96000"/>
          </a:bodyPr>
          <a:p>
            <a:pPr marL="65880" indent="-65880">
              <a:lnSpc>
                <a:spcPct val="90000"/>
              </a:lnSpc>
              <a:buClr>
                <a:srgbClr val="c00000"/>
              </a:buClr>
              <a:buFont typeface="Arial"/>
              <a:buChar char="»"/>
            </a:pPr>
            <a:r>
              <a:rPr b="0" lang="es-ES" sz="2400" spc="-1" strike="noStrike">
                <a:solidFill>
                  <a:srgbClr val="3f3f3f"/>
                </a:solidFill>
                <a:latin typeface="Calibri"/>
                <a:ea typeface="Calibri"/>
              </a:rPr>
              <a:t>Su identificación puede ser difícil. </a:t>
            </a:r>
            <a:endParaRPr b="0" lang="es-AR" sz="2400" spc="-1" strike="noStrike">
              <a:solidFill>
                <a:srgbClr val="000000"/>
              </a:solidFill>
              <a:latin typeface="Arial"/>
            </a:endParaRPr>
          </a:p>
          <a:p>
            <a:pPr marL="65880" indent="-65880">
              <a:lnSpc>
                <a:spcPct val="90000"/>
              </a:lnSpc>
              <a:spcBef>
                <a:spcPts val="1400"/>
              </a:spcBef>
              <a:buClr>
                <a:srgbClr val="c00000"/>
              </a:buClr>
              <a:buFont typeface="Arial"/>
              <a:buChar char="»"/>
            </a:pPr>
            <a:r>
              <a:rPr b="0" lang="es-ES" sz="2400" spc="-1" strike="noStrike">
                <a:solidFill>
                  <a:srgbClr val="3f3f3f"/>
                </a:solidFill>
                <a:latin typeface="Calibri"/>
                <a:ea typeface="Calibri"/>
              </a:rPr>
              <a:t>Los más específicos son:</a:t>
            </a:r>
            <a:endParaRPr b="0" lang="es-AR" sz="2400" spc="-1" strike="noStrike">
              <a:solidFill>
                <a:srgbClr val="000000"/>
              </a:solidFill>
              <a:latin typeface="Arial"/>
            </a:endParaRPr>
          </a:p>
          <a:p>
            <a:pPr lvl="1" marL="368640" indent="-175320">
              <a:lnSpc>
                <a:spcPct val="90000"/>
              </a:lnSpc>
              <a:spcBef>
                <a:spcPts val="400"/>
              </a:spcBef>
              <a:buClr>
                <a:srgbClr val="549e39"/>
              </a:buClr>
              <a:buFont typeface="Calibri"/>
              <a:buChar char="◦"/>
            </a:pPr>
            <a:r>
              <a:rPr b="0" lang="es-ES" sz="2400" spc="-1" strike="noStrike">
                <a:solidFill>
                  <a:srgbClr val="3f3f3f"/>
                </a:solidFill>
                <a:latin typeface="Calibri"/>
                <a:ea typeface="Calibri"/>
              </a:rPr>
              <a:t>Los proveedores de servicios al sistema, los receptores de servicios del sistema.</a:t>
            </a:r>
            <a:endParaRPr b="0" lang="es-AR" sz="2400" spc="-1" strike="noStrike">
              <a:solidFill>
                <a:srgbClr val="000000"/>
              </a:solidFill>
              <a:latin typeface="Arial"/>
            </a:endParaRPr>
          </a:p>
          <a:p>
            <a:pPr lvl="1" marL="368640" indent="-175320">
              <a:lnSpc>
                <a:spcPct val="90000"/>
              </a:lnSpc>
              <a:spcBef>
                <a:spcPts val="601"/>
              </a:spcBef>
              <a:buClr>
                <a:srgbClr val="549e39"/>
              </a:buClr>
              <a:buFont typeface="Calibri"/>
              <a:buChar char="◦"/>
            </a:pPr>
            <a:r>
              <a:rPr b="0" lang="es-ES" sz="2400" spc="-1" strike="noStrike">
                <a:solidFill>
                  <a:srgbClr val="3f3f3f"/>
                </a:solidFill>
                <a:latin typeface="Calibri"/>
                <a:ea typeface="Calibri"/>
              </a:rPr>
              <a:t>Los sistemas que deben interactuar.</a:t>
            </a:r>
            <a:endParaRPr b="0" lang="es-AR" sz="2400" spc="-1" strike="noStrike">
              <a:solidFill>
                <a:srgbClr val="000000"/>
              </a:solidFill>
              <a:latin typeface="Arial"/>
            </a:endParaRPr>
          </a:p>
          <a:p>
            <a:pPr lvl="1" marL="368640" indent="-175320">
              <a:lnSpc>
                <a:spcPct val="90000"/>
              </a:lnSpc>
              <a:spcBef>
                <a:spcPts val="601"/>
              </a:spcBef>
              <a:buClr>
                <a:srgbClr val="549e39"/>
              </a:buClr>
              <a:buFont typeface="Calibri"/>
              <a:buChar char="◦"/>
            </a:pPr>
            <a:r>
              <a:rPr b="0" lang="es-ES" sz="2400" spc="-1" strike="noStrike">
                <a:solidFill>
                  <a:srgbClr val="3f3f3f"/>
                </a:solidFill>
                <a:latin typeface="Calibri"/>
                <a:ea typeface="Calibri"/>
              </a:rPr>
              <a:t>Las regulaciones y estándares a aplicar.</a:t>
            </a:r>
            <a:endParaRPr b="0" lang="es-AR" sz="2400" spc="-1" strike="noStrike">
              <a:solidFill>
                <a:srgbClr val="000000"/>
              </a:solidFill>
              <a:latin typeface="Arial"/>
            </a:endParaRPr>
          </a:p>
          <a:p>
            <a:pPr lvl="1" marL="368640" indent="-175320">
              <a:lnSpc>
                <a:spcPct val="90000"/>
              </a:lnSpc>
              <a:spcBef>
                <a:spcPts val="601"/>
              </a:spcBef>
              <a:buClr>
                <a:srgbClr val="549e39"/>
              </a:buClr>
              <a:buFont typeface="Calibri"/>
              <a:buChar char="◦"/>
            </a:pPr>
            <a:r>
              <a:rPr b="0" lang="es-ES" sz="2400" spc="-1" strike="noStrike">
                <a:solidFill>
                  <a:srgbClr val="3f3f3f"/>
                </a:solidFill>
                <a:latin typeface="Calibri"/>
                <a:ea typeface="Calibri"/>
              </a:rPr>
              <a:t>Las fuentes de requerimientos.</a:t>
            </a:r>
            <a:endParaRPr b="0" lang="es-AR" sz="2400" spc="-1" strike="noStrike">
              <a:solidFill>
                <a:srgbClr val="000000"/>
              </a:solidFill>
              <a:latin typeface="Arial"/>
            </a:endParaRPr>
          </a:p>
          <a:p>
            <a:pPr lvl="1" marL="368640" indent="-175320">
              <a:lnSpc>
                <a:spcPct val="90000"/>
              </a:lnSpc>
              <a:spcBef>
                <a:spcPts val="601"/>
              </a:spcBef>
              <a:buClr>
                <a:srgbClr val="549e39"/>
              </a:buClr>
              <a:buFont typeface="Calibri"/>
              <a:buChar char="◦"/>
            </a:pPr>
            <a:r>
              <a:rPr b="0" lang="es-ES" sz="2400" spc="-1" strike="noStrike">
                <a:solidFill>
                  <a:srgbClr val="3f3f3f"/>
                </a:solidFill>
                <a:latin typeface="Calibri"/>
                <a:ea typeface="Calibri"/>
              </a:rPr>
              <a:t>Los puntos de vista de las personas que lo van a desarrollar, administrar y mantener.</a:t>
            </a:r>
            <a:endParaRPr b="0" lang="es-AR" sz="2400" spc="-1" strike="noStrike">
              <a:solidFill>
                <a:srgbClr val="000000"/>
              </a:solidFill>
              <a:latin typeface="Arial"/>
            </a:endParaRPr>
          </a:p>
          <a:p>
            <a:pPr lvl="1" marL="368640" indent="-175320">
              <a:lnSpc>
                <a:spcPct val="90000"/>
              </a:lnSpc>
              <a:spcBef>
                <a:spcPts val="601"/>
              </a:spcBef>
              <a:buClr>
                <a:srgbClr val="549e39"/>
              </a:buClr>
              <a:buFont typeface="Calibri"/>
              <a:buChar char="◦"/>
            </a:pPr>
            <a:r>
              <a:rPr b="0" lang="es-ES" sz="2400" spc="-1" strike="noStrike">
                <a:solidFill>
                  <a:srgbClr val="3f3f3f"/>
                </a:solidFill>
                <a:latin typeface="Calibri"/>
                <a:ea typeface="Calibri"/>
              </a:rPr>
              <a:t>Puntos de vista del marketing y otros que generan requerimientos sobre las características del sistema.</a:t>
            </a:r>
            <a:endParaRPr b="0" lang="es-AR" sz="2400" spc="-1" strike="noStrike">
              <a:solidFill>
                <a:srgbClr val="000000"/>
              </a:solidFill>
              <a:latin typeface="Arial"/>
            </a:endParaRPr>
          </a:p>
        </p:txBody>
      </p:sp>
      <p:pic>
        <p:nvPicPr>
          <p:cNvPr id="719" name="Google Shape;693;p30" descr="MI COLE AL DÍA on Twitter: &quot;Escuchar otro punto de vista... Y comprenderlo.  #eduhora180… &quot;"/>
          <p:cNvPicPr/>
          <p:nvPr/>
        </p:nvPicPr>
        <p:blipFill>
          <a:blip r:embed="rId1"/>
          <a:stretch/>
        </p:blipFill>
        <p:spPr>
          <a:xfrm>
            <a:off x="7344720" y="116640"/>
            <a:ext cx="4032000" cy="2607120"/>
          </a:xfrm>
          <a:prstGeom prst="rect">
            <a:avLst/>
          </a:prstGeom>
          <a:ln w="0">
            <a:noFill/>
          </a:ln>
        </p:spPr>
      </p:pic>
    </p:spTree>
  </p:cSld>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title"/>
          </p:nvPr>
        </p:nvSpPr>
        <p:spPr>
          <a:xfrm>
            <a:off x="1101600" y="758880"/>
            <a:ext cx="10098720" cy="3565800"/>
          </a:xfrm>
          <a:prstGeom prst="rect">
            <a:avLst/>
          </a:prstGeom>
          <a:noFill/>
          <a:ln w="0">
            <a:noFill/>
          </a:ln>
        </p:spPr>
        <p:txBody>
          <a:bodyPr anchor="b">
            <a:noAutofit/>
          </a:bodyPr>
          <a:p>
            <a:pPr indent="0">
              <a:lnSpc>
                <a:spcPct val="85000"/>
              </a:lnSpc>
              <a:buNone/>
              <a:tabLst>
                <a:tab algn="l" pos="0"/>
              </a:tabLst>
            </a:pPr>
            <a:r>
              <a:rPr b="0" lang="es-ES" sz="8000" spc="-1" strike="noStrike">
                <a:solidFill>
                  <a:srgbClr val="262626"/>
                </a:solidFill>
                <a:latin typeface="Calibri"/>
                <a:ea typeface="Calibri"/>
              </a:rPr>
              <a:t>Elicitación de Requerimientos</a:t>
            </a:r>
            <a:endParaRPr b="0" lang="es-AR" sz="8000" spc="-1" strike="noStrike">
              <a:solidFill>
                <a:srgbClr val="000000"/>
              </a:solidFill>
              <a:latin typeface="Arial"/>
            </a:endParaRPr>
          </a:p>
        </p:txBody>
      </p:sp>
      <p:sp>
        <p:nvSpPr>
          <p:cNvPr id="721" name="PlaceHolder 2"/>
          <p:cNvSpPr>
            <a:spLocks noGrp="1"/>
          </p:cNvSpPr>
          <p:nvPr>
            <p:ph type="sldNum" idx="71"/>
          </p:nvPr>
        </p:nvSpPr>
        <p:spPr>
          <a:xfrm>
            <a:off x="9940320" y="6459840"/>
            <a:ext cx="1316880" cy="36468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F503F10D-41B3-4E67-AF6D-89B4AFBAE41A}"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Tree>
  </p:cSld>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Requerimientos</a:t>
            </a:r>
            <a:endParaRPr b="0" lang="es-AR" sz="4000" spc="-1" strike="noStrike">
              <a:solidFill>
                <a:srgbClr val="000000"/>
              </a:solidFill>
              <a:latin typeface="Arial"/>
            </a:endParaRPr>
          </a:p>
        </p:txBody>
      </p:sp>
      <p:sp>
        <p:nvSpPr>
          <p:cNvPr id="723" name="PlaceHolder 2"/>
          <p:cNvSpPr>
            <a:spLocks noGrp="1"/>
          </p:cNvSpPr>
          <p:nvPr>
            <p:ph type="sldNum" idx="72"/>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3298BB2-BBAF-4EBB-A89C-30B0FFB87496}"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24"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152280">
              <a:lnSpc>
                <a:spcPct val="85000"/>
              </a:lnSpc>
              <a:buClr>
                <a:srgbClr val="c00000"/>
              </a:buClr>
              <a:buFont typeface="Arial"/>
              <a:buChar char="»"/>
            </a:pPr>
            <a:r>
              <a:rPr b="0" lang="es-ES" sz="2400" spc="-1" strike="noStrike">
                <a:solidFill>
                  <a:srgbClr val="3f3f3f"/>
                </a:solidFill>
                <a:latin typeface="Calibri"/>
                <a:ea typeface="Calibri"/>
              </a:rPr>
              <a:t>Un Requerimiento (o requisito) es una característica del sistema o una descripción de algo que el sistema es capaz de hacer con el objeto de satisfacer el propósito del sistema.</a:t>
            </a:r>
            <a:endParaRPr b="0" lang="es-AR" sz="2400" spc="-1" strike="noStrike">
              <a:solidFill>
                <a:srgbClr val="000000"/>
              </a:solidFill>
              <a:latin typeface="Arial"/>
            </a:endParaRPr>
          </a:p>
          <a:p>
            <a:pPr indent="0">
              <a:lnSpc>
                <a:spcPct val="85000"/>
              </a:lnSpc>
              <a:buNone/>
            </a:pPr>
            <a:endParaRPr b="0" lang="es-AR" sz="2000" spc="-1" strike="noStrike">
              <a:solidFill>
                <a:srgbClr val="000000"/>
              </a:solidFill>
              <a:latin typeface="Arial"/>
            </a:endParaRPr>
          </a:p>
          <a:p>
            <a:pPr marL="68760" indent="-152280">
              <a:lnSpc>
                <a:spcPct val="85000"/>
              </a:lnSpc>
              <a:spcBef>
                <a:spcPts val="975"/>
              </a:spcBef>
              <a:buClr>
                <a:srgbClr val="c00000"/>
              </a:buClr>
              <a:buFont typeface="Arial"/>
              <a:buChar char="»"/>
            </a:pPr>
            <a:r>
              <a:rPr b="0" lang="es-ES" sz="2400" spc="-1" strike="noStrike">
                <a:solidFill>
                  <a:srgbClr val="3f3f3f"/>
                </a:solidFill>
                <a:latin typeface="Calibri"/>
                <a:ea typeface="Calibri"/>
              </a:rPr>
              <a:t>Definición IEEE-Std-610 </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Noto Sans Symbols"/>
              <a:buChar char="❑"/>
            </a:pPr>
            <a:r>
              <a:rPr b="0" i="1" lang="es-ES" sz="2100" spc="-1" strike="noStrike">
                <a:solidFill>
                  <a:srgbClr val="3f3f3f"/>
                </a:solidFill>
                <a:latin typeface="Calibri"/>
                <a:ea typeface="Calibri"/>
              </a:rPr>
              <a:t>Condición o capacidad que necesita el usuario para resolver un problema o alcanzar un objetivo</a:t>
            </a:r>
            <a:r>
              <a:rPr b="0" lang="es-ES" sz="2100" spc="-1" strike="noStrike">
                <a:solidFill>
                  <a:srgbClr val="3f3f3f"/>
                </a:solidFill>
                <a:latin typeface="Calibri"/>
                <a:ea typeface="Calibri"/>
              </a:rPr>
              <a:t>.</a:t>
            </a:r>
            <a:endParaRPr b="0" lang="es-AR" sz="2100" spc="-1" strike="noStrike">
              <a:solidFill>
                <a:srgbClr val="000000"/>
              </a:solidFill>
              <a:latin typeface="Arial"/>
            </a:endParaRPr>
          </a:p>
          <a:p>
            <a:pPr lvl="2" marL="411480" indent="-411480">
              <a:lnSpc>
                <a:spcPct val="85000"/>
              </a:lnSpc>
              <a:spcBef>
                <a:spcPts val="451"/>
              </a:spcBef>
              <a:buClr>
                <a:srgbClr val="262626"/>
              </a:buClr>
              <a:buFont typeface="Noto Sans Symbols"/>
              <a:buChar char="❑"/>
            </a:pPr>
            <a:r>
              <a:rPr b="0" i="1" lang="es-ES" sz="2100" spc="-1" strike="noStrike">
                <a:solidFill>
                  <a:srgbClr val="3f3f3f"/>
                </a:solidFill>
                <a:latin typeface="Calibri"/>
                <a:ea typeface="Calibri"/>
              </a:rPr>
              <a:t>Condición o capacidad que debe satisfacer o poseer un sistema o una componente de un sistema para satisfacer un contrato, un estándar, una especificación u otro documento formalmente impuesto</a:t>
            </a:r>
            <a:r>
              <a:rPr b="0" lang="es-ES" sz="2100" spc="-1" strike="noStrike">
                <a:solidFill>
                  <a:srgbClr val="3f3f3f"/>
                </a:solidFill>
                <a:latin typeface="Calibri"/>
                <a:ea typeface="Calibri"/>
              </a:rPr>
              <a:t>.</a:t>
            </a:r>
            <a:endParaRPr b="0" lang="es-AR" sz="2100" spc="-1" strike="noStrike">
              <a:solidFill>
                <a:srgbClr val="000000"/>
              </a:solidFill>
              <a:latin typeface="Arial"/>
            </a:endParaRPr>
          </a:p>
          <a:p>
            <a:pPr lvl="2" marL="411480" indent="-411480">
              <a:lnSpc>
                <a:spcPct val="85000"/>
              </a:lnSpc>
              <a:spcBef>
                <a:spcPts val="451"/>
              </a:spcBef>
              <a:buClr>
                <a:srgbClr val="262626"/>
              </a:buClr>
              <a:buFont typeface="Noto Sans Symbols"/>
              <a:buChar char="❑"/>
            </a:pPr>
            <a:r>
              <a:rPr b="0" lang="es-ES" sz="2100" spc="-1" strike="noStrike">
                <a:solidFill>
                  <a:srgbClr val="3f3f3f"/>
                </a:solidFill>
                <a:latin typeface="Calibri"/>
                <a:ea typeface="Calibri"/>
              </a:rPr>
              <a:t>Representación documentada de una condición o capacidad como en 1 o 2.</a:t>
            </a:r>
            <a:endParaRPr b="0" lang="es-AR" sz="2100" spc="-1" strike="noStrike">
              <a:solidFill>
                <a:srgbClr val="000000"/>
              </a:solidFill>
              <a:latin typeface="Arial"/>
            </a:endParaRPr>
          </a:p>
          <a:p>
            <a:pPr marL="68760" indent="0">
              <a:lnSpc>
                <a:spcPct val="85000"/>
              </a:lnSpc>
              <a:spcBef>
                <a:spcPts val="975"/>
              </a:spcBef>
              <a:buNone/>
              <a:tabLst>
                <a:tab algn="l" pos="0"/>
              </a:tabLst>
            </a:pPr>
            <a:endParaRPr b="0" lang="es-AR" sz="1050" spc="-1" strike="noStrike">
              <a:solidFill>
                <a:srgbClr val="000000"/>
              </a:solidFill>
              <a:latin typeface="Arial"/>
            </a:endParaRPr>
          </a:p>
          <a:p>
            <a:pPr marL="68760" indent="0">
              <a:lnSpc>
                <a:spcPct val="85000"/>
              </a:lnSpc>
              <a:spcBef>
                <a:spcPts val="975"/>
              </a:spcBef>
              <a:buNone/>
              <a:tabLst>
                <a:tab algn="l" pos="0"/>
              </a:tabLst>
            </a:pPr>
            <a:endParaRPr b="0" lang="es-AR" sz="1000" spc="-1" strike="noStrike">
              <a:solidFill>
                <a:srgbClr val="000000"/>
              </a:solidFill>
              <a:latin typeface="Arial"/>
            </a:endParaRPr>
          </a:p>
          <a:p>
            <a:pPr marL="68760" indent="0">
              <a:lnSpc>
                <a:spcPct val="85000"/>
              </a:lnSpc>
              <a:spcBef>
                <a:spcPts val="975"/>
              </a:spcBef>
              <a:buNone/>
              <a:tabLst>
                <a:tab algn="l" pos="0"/>
              </a:tabLst>
            </a:pPr>
            <a:endParaRPr b="0" lang="es-AR" sz="1000" spc="-1" strike="noStrike">
              <a:solidFill>
                <a:srgbClr val="000000"/>
              </a:solidFill>
              <a:latin typeface="Arial"/>
            </a:endParaRPr>
          </a:p>
        </p:txBody>
      </p:sp>
      <p:sp>
        <p:nvSpPr>
          <p:cNvPr id="725" name="Google Shape;707;p102"/>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Elicitación de Requerimientos</a:t>
            </a:r>
            <a:endParaRPr b="0" lang="es-AR" sz="4000" spc="-1" strike="noStrike">
              <a:solidFill>
                <a:srgbClr val="000000"/>
              </a:solidFill>
              <a:latin typeface="Arial"/>
            </a:endParaRPr>
          </a:p>
        </p:txBody>
      </p:sp>
      <p:sp>
        <p:nvSpPr>
          <p:cNvPr id="727" name="PlaceHolder 2"/>
          <p:cNvSpPr>
            <a:spLocks noGrp="1"/>
          </p:cNvSpPr>
          <p:nvPr>
            <p:ph type="sldNum" idx="73"/>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76919766-C70B-41C9-AD48-64B756C71B96}"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28" name="PlaceHolder 3"/>
          <p:cNvSpPr>
            <a:spLocks noGrp="1"/>
          </p:cNvSpPr>
          <p:nvPr>
            <p:ph/>
          </p:nvPr>
        </p:nvSpPr>
        <p:spPr>
          <a:xfrm>
            <a:off x="626040" y="1902600"/>
            <a:ext cx="9832320" cy="4478400"/>
          </a:xfrm>
          <a:prstGeom prst="rect">
            <a:avLst/>
          </a:prstGeom>
          <a:noFill/>
          <a:ln w="0">
            <a:noFill/>
          </a:ln>
        </p:spPr>
        <p:txBody>
          <a:bodyPr anchor="t">
            <a:normAutofit fontScale="94000"/>
          </a:bodyPr>
          <a:p>
            <a:pPr marL="272880" indent="-272880">
              <a:lnSpc>
                <a:spcPct val="85000"/>
              </a:lnSpc>
              <a:buClr>
                <a:srgbClr val="c00000"/>
              </a:buClr>
              <a:buFont typeface="Arial"/>
              <a:buChar char="»"/>
            </a:pPr>
            <a:r>
              <a:rPr b="0" lang="es-ES" sz="2800" spc="-1" strike="noStrike">
                <a:solidFill>
                  <a:srgbClr val="3f3f3f"/>
                </a:solidFill>
                <a:latin typeface="Calibri"/>
                <a:ea typeface="Calibri"/>
              </a:rPr>
              <a:t>Es el proceso de adquirir (“eliciting”) [sonsacar] todo el conocimiento relevante necesario para producir un modelo de los requerimientos de un dominio de problema.</a:t>
            </a:r>
            <a:endParaRPr b="0" lang="es-AR" sz="2800" spc="-1" strike="noStrike">
              <a:solidFill>
                <a:srgbClr val="000000"/>
              </a:solidFill>
              <a:latin typeface="Arial"/>
            </a:endParaRPr>
          </a:p>
          <a:p>
            <a:pPr marL="64440" indent="-167040">
              <a:lnSpc>
                <a:spcPct val="85000"/>
              </a:lnSpc>
              <a:spcBef>
                <a:spcPts val="975"/>
              </a:spcBef>
              <a:buClr>
                <a:srgbClr val="c00000"/>
              </a:buClr>
              <a:buFont typeface="Arial"/>
              <a:buChar char="»"/>
            </a:pPr>
            <a:r>
              <a:rPr b="0" lang="es-ES" sz="2800" spc="-1" strike="noStrike">
                <a:solidFill>
                  <a:srgbClr val="3f3f3f"/>
                </a:solidFill>
                <a:latin typeface="Calibri"/>
                <a:ea typeface="Calibri"/>
              </a:rPr>
              <a:t>Objetivos:</a:t>
            </a:r>
            <a:endParaRPr b="0" lang="es-AR" sz="2800" spc="-1" strike="noStrike">
              <a:solidFill>
                <a:srgbClr val="000000"/>
              </a:solidFill>
              <a:latin typeface="Arial"/>
            </a:endParaRPr>
          </a:p>
          <a:p>
            <a:pPr lvl="1" marL="433080" indent="-429480">
              <a:lnSpc>
                <a:spcPct val="85000"/>
              </a:lnSpc>
              <a:spcBef>
                <a:spcPts val="451"/>
              </a:spcBef>
              <a:buClr>
                <a:srgbClr val="262626"/>
              </a:buClr>
              <a:buFont typeface="Calibri"/>
              <a:buChar char="◦"/>
            </a:pPr>
            <a:r>
              <a:rPr b="0" lang="es-ES" sz="2800" spc="-1" strike="noStrike">
                <a:solidFill>
                  <a:srgbClr val="3f3f3f"/>
                </a:solidFill>
                <a:latin typeface="Calibri"/>
                <a:ea typeface="Calibri"/>
              </a:rPr>
              <a:t>Conocer el dominio del problema para poder comunicarse con clientes y usuarios y entender sus necesidades.</a:t>
            </a:r>
            <a:endParaRPr b="0" lang="es-AR" sz="2800" spc="-1" strike="noStrike">
              <a:solidFill>
                <a:srgbClr val="000000"/>
              </a:solidFill>
              <a:latin typeface="Arial"/>
            </a:endParaRPr>
          </a:p>
          <a:p>
            <a:pPr lvl="1" marL="433080" indent="-429480">
              <a:lnSpc>
                <a:spcPct val="85000"/>
              </a:lnSpc>
              <a:spcBef>
                <a:spcPts val="451"/>
              </a:spcBef>
              <a:buClr>
                <a:srgbClr val="262626"/>
              </a:buClr>
              <a:buFont typeface="Calibri"/>
              <a:buChar char="◦"/>
            </a:pPr>
            <a:r>
              <a:rPr b="0" lang="es-ES" sz="2800" spc="-1" strike="noStrike">
                <a:solidFill>
                  <a:srgbClr val="3f3f3f"/>
                </a:solidFill>
                <a:latin typeface="Calibri"/>
                <a:ea typeface="Calibri"/>
              </a:rPr>
              <a:t>Conocer el sistema actual (manual o informatizado).</a:t>
            </a:r>
            <a:endParaRPr b="0" lang="es-AR" sz="2800" spc="-1" strike="noStrike">
              <a:solidFill>
                <a:srgbClr val="000000"/>
              </a:solidFill>
              <a:latin typeface="Arial"/>
            </a:endParaRPr>
          </a:p>
          <a:p>
            <a:pPr lvl="1" marL="433080" indent="-429480">
              <a:lnSpc>
                <a:spcPct val="85000"/>
              </a:lnSpc>
              <a:spcBef>
                <a:spcPts val="451"/>
              </a:spcBef>
              <a:buClr>
                <a:srgbClr val="262626"/>
              </a:buClr>
              <a:buFont typeface="Calibri"/>
              <a:buChar char="◦"/>
            </a:pPr>
            <a:r>
              <a:rPr b="0" lang="es-ES" sz="2800" spc="-1" strike="noStrike">
                <a:solidFill>
                  <a:srgbClr val="3f3f3f"/>
                </a:solidFill>
                <a:latin typeface="Calibri"/>
                <a:ea typeface="Calibri"/>
              </a:rPr>
              <a:t>Identificar las necesidades, tanto explícitas como implícitas, de clientes y usuarios y sus expectativas sobre el sistema a desarrollar.</a:t>
            </a:r>
            <a:endParaRPr b="0" lang="es-AR" sz="2800" spc="-1" strike="noStrike">
              <a:solidFill>
                <a:srgbClr val="000000"/>
              </a:solidFill>
              <a:latin typeface="Arial"/>
            </a:endParaRPr>
          </a:p>
        </p:txBody>
      </p:sp>
    </p:spTree>
  </p:cSld>
  <p:transition spd="med">
    <p:fade/>
  </p:transition>
  <p:timing>
    <p:tnLst>
      <p:par>
        <p:cTn id="353" dur="indefinite" restart="never" nodeType="tmRoot">
          <p:childTnLst>
            <p:seq>
              <p:cTn id="354" dur="indefinite" nodeType="mainSeq">
                <p:childTnLst>
                  <p:par>
                    <p:cTn id="355" fill="hold">
                      <p:stCondLst>
                        <p:cond delay="indefinite"/>
                      </p:stCondLst>
                      <p:childTnLst>
                        <p:par>
                          <p:cTn id="356" fill="hold">
                            <p:stCondLst>
                              <p:cond delay="0"/>
                            </p:stCondLst>
                            <p:childTnLst>
                              <p:par>
                                <p:cTn id="357" nodeType="clickEffect" fill="hold" presetClass="entr" presetID="1">
                                  <p:stCondLst>
                                    <p:cond delay="0"/>
                                  </p:stCondLst>
                                  <p:childTnLst>
                                    <p:set>
                                      <p:cBhvr>
                                        <p:cTn id="358" dur="1" fill="hold">
                                          <p:stCondLst>
                                            <p:cond delay="0"/>
                                          </p:stCondLst>
                                        </p:cTn>
                                        <p:tgtEl>
                                          <p:spTgt spid="728">
                                            <p:txEl>
                                              <p:pRg st="1" end="1"/>
                                            </p:txEl>
                                          </p:spTgt>
                                        </p:tgtEl>
                                        <p:attrNameLst>
                                          <p:attrName>style.visibility</p:attrName>
                                        </p:attrNameLst>
                                      </p:cBhvr>
                                      <p:to>
                                        <p:strVal val="visible"/>
                                      </p:to>
                                    </p:set>
                                  </p:childTnLst>
                                </p:cTn>
                              </p:par>
                              <p:par>
                                <p:cTn id="359" nodeType="withEffect" fill="hold" presetClass="entr" presetID="1">
                                  <p:stCondLst>
                                    <p:cond delay="0"/>
                                  </p:stCondLst>
                                  <p:childTnLst>
                                    <p:set>
                                      <p:cBhvr>
                                        <p:cTn id="360" dur="1" fill="hold">
                                          <p:stCondLst>
                                            <p:cond delay="0"/>
                                          </p:stCondLst>
                                        </p:cTn>
                                        <p:tgtEl>
                                          <p:spTgt spid="728">
                                            <p:txEl>
                                              <p:pRg st="2" end="2"/>
                                            </p:txEl>
                                          </p:spTgt>
                                        </p:tgtEl>
                                        <p:attrNameLst>
                                          <p:attrName>style.visibility</p:attrName>
                                        </p:attrNameLst>
                                      </p:cBhvr>
                                      <p:to>
                                        <p:strVal val="visible"/>
                                      </p:to>
                                    </p:set>
                                  </p:childTnLst>
                                </p:cTn>
                              </p:par>
                              <p:par>
                                <p:cTn id="361" nodeType="withEffect" fill="hold" presetClass="entr" presetID="1">
                                  <p:stCondLst>
                                    <p:cond delay="0"/>
                                  </p:stCondLst>
                                  <p:childTnLst>
                                    <p:set>
                                      <p:cBhvr>
                                        <p:cTn id="362" dur="1" fill="hold">
                                          <p:stCondLst>
                                            <p:cond delay="0"/>
                                          </p:stCondLst>
                                        </p:cTn>
                                        <p:tgtEl>
                                          <p:spTgt spid="728">
                                            <p:txEl>
                                              <p:pRg st="3" end="3"/>
                                            </p:txEl>
                                          </p:spTgt>
                                        </p:tgtEl>
                                        <p:attrNameLst>
                                          <p:attrName>style.visibility</p:attrName>
                                        </p:attrNameLst>
                                      </p:cBhvr>
                                      <p:to>
                                        <p:strVal val="visible"/>
                                      </p:to>
                                    </p:set>
                                  </p:childTnLst>
                                </p:cTn>
                              </p:par>
                              <p:par>
                                <p:cTn id="363" nodeType="withEffect" fill="hold" presetClass="entr" presetID="1">
                                  <p:stCondLst>
                                    <p:cond delay="0"/>
                                  </p:stCondLst>
                                  <p:childTnLst>
                                    <p:set>
                                      <p:cBhvr>
                                        <p:cTn id="364" dur="1" fill="hold">
                                          <p:stCondLst>
                                            <p:cond delay="0"/>
                                          </p:stCondLst>
                                        </p:cTn>
                                        <p:tgtEl>
                                          <p:spTgt spid="728">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Elicitación de Requerimientos</a:t>
            </a:r>
            <a:endParaRPr b="0" lang="es-AR" sz="4000" spc="-1" strike="noStrike">
              <a:solidFill>
                <a:srgbClr val="000000"/>
              </a:solidFill>
              <a:latin typeface="Arial"/>
            </a:endParaRPr>
          </a:p>
        </p:txBody>
      </p:sp>
      <p:sp>
        <p:nvSpPr>
          <p:cNvPr id="730" name="PlaceHolder 2"/>
          <p:cNvSpPr>
            <a:spLocks noGrp="1"/>
          </p:cNvSpPr>
          <p:nvPr>
            <p:ph/>
          </p:nvPr>
        </p:nvSpPr>
        <p:spPr>
          <a:xfrm>
            <a:off x="626040" y="1902600"/>
            <a:ext cx="9832320" cy="4478400"/>
          </a:xfrm>
          <a:prstGeom prst="rect">
            <a:avLst/>
          </a:prstGeom>
          <a:noFill/>
          <a:ln w="0">
            <a:noFill/>
          </a:ln>
        </p:spPr>
        <p:txBody>
          <a:bodyPr anchor="t">
            <a:normAutofit/>
          </a:bodyPr>
          <a:p>
            <a:pPr marL="68760" indent="-177840">
              <a:lnSpc>
                <a:spcPct val="85000"/>
              </a:lnSpc>
              <a:buClr>
                <a:srgbClr val="c00000"/>
              </a:buClr>
              <a:buFont typeface="Arial"/>
              <a:buChar char="»"/>
            </a:pPr>
            <a:r>
              <a:rPr b="0" lang="es-ES" sz="2800" spc="-1" strike="noStrike">
                <a:solidFill>
                  <a:srgbClr val="3f3f3f"/>
                </a:solidFill>
                <a:latin typeface="Calibri"/>
                <a:ea typeface="Calibri"/>
              </a:rPr>
              <a:t>La elicitación de requisitos es una actividad principalmente de carácter social, mucho más que tecnológico.</a:t>
            </a:r>
            <a:endParaRPr b="0" lang="es-AR" sz="2800" spc="-1" strike="noStrike">
              <a:solidFill>
                <a:srgbClr val="000000"/>
              </a:solidFill>
              <a:latin typeface="Arial"/>
            </a:endParaRPr>
          </a:p>
          <a:p>
            <a:pPr marL="68760" indent="-177840">
              <a:lnSpc>
                <a:spcPct val="85000"/>
              </a:lnSpc>
              <a:spcBef>
                <a:spcPts val="975"/>
              </a:spcBef>
              <a:buClr>
                <a:srgbClr val="c00000"/>
              </a:buClr>
              <a:buFont typeface="Arial"/>
              <a:buChar char="»"/>
            </a:pPr>
            <a:r>
              <a:rPr b="0" lang="es-ES" sz="2800" spc="-1" strike="noStrike">
                <a:solidFill>
                  <a:srgbClr val="3f3f3f"/>
                </a:solidFill>
                <a:latin typeface="Calibri"/>
                <a:ea typeface="Calibri"/>
              </a:rPr>
              <a:t>Los problemas que se plantean son por tanto de naturaleza psicológica y social, más que técnicos.</a:t>
            </a:r>
            <a:endParaRPr b="0" lang="es-AR" sz="2800" spc="-1" strike="noStrike">
              <a:solidFill>
                <a:srgbClr val="000000"/>
              </a:solidFill>
              <a:latin typeface="Arial"/>
            </a:endParaRPr>
          </a:p>
          <a:p>
            <a:pPr marL="68760" indent="0">
              <a:lnSpc>
                <a:spcPct val="85000"/>
              </a:lnSpc>
              <a:spcBef>
                <a:spcPts val="975"/>
              </a:spcBef>
              <a:buNone/>
              <a:tabLst>
                <a:tab algn="l" pos="0"/>
              </a:tabLst>
            </a:pPr>
            <a:endParaRPr b="0" lang="es-AR" sz="2800" spc="-1" strike="noStrike">
              <a:solidFill>
                <a:srgbClr val="000000"/>
              </a:solidFill>
              <a:latin typeface="Arial"/>
            </a:endParaRPr>
          </a:p>
          <a:p>
            <a:pPr marL="68760" indent="-177840">
              <a:lnSpc>
                <a:spcPct val="85000"/>
              </a:lnSpc>
              <a:spcBef>
                <a:spcPts val="975"/>
              </a:spcBef>
              <a:buClr>
                <a:srgbClr val="c00000"/>
              </a:buClr>
              <a:buFont typeface="Arial"/>
              <a:buChar char="»"/>
              <a:tabLst>
                <a:tab algn="l" pos="0"/>
              </a:tabLst>
            </a:pPr>
            <a:r>
              <a:rPr b="0" lang="es-ES" sz="2800" spc="-1" strike="noStrike">
                <a:solidFill>
                  <a:srgbClr val="3f3f3f"/>
                </a:solidFill>
                <a:latin typeface="Calibri"/>
                <a:ea typeface="Calibri"/>
              </a:rPr>
              <a:t>Nota: Requerimientos = Requisitos.</a:t>
            </a:r>
            <a:endParaRPr b="0" lang="es-AR" sz="2800" spc="-1" strike="noStrike">
              <a:solidFill>
                <a:srgbClr val="000000"/>
              </a:solidFill>
              <a:latin typeface="Arial"/>
            </a:endParaRPr>
          </a:p>
        </p:txBody>
      </p:sp>
      <p:pic>
        <p:nvPicPr>
          <p:cNvPr id="731" name="Google Shape;722;p104" descr="http://www.wheresthedrama.com/ego.jpg"/>
          <p:cNvPicPr/>
          <p:nvPr/>
        </p:nvPicPr>
        <p:blipFill>
          <a:blip r:embed="rId1"/>
          <a:stretch/>
        </p:blipFill>
        <p:spPr>
          <a:xfrm>
            <a:off x="7129080" y="4236480"/>
            <a:ext cx="2534040" cy="1809360"/>
          </a:xfrm>
          <a:prstGeom prst="rect">
            <a:avLst/>
          </a:prstGeom>
          <a:ln w="0">
            <a:noFill/>
          </a:ln>
          <a:effectLst>
            <a:outerShdw algn="tl" blurRad="291960" dir="2700000" dist="139498" rotWithShape="0">
              <a:srgbClr val="333333">
                <a:alpha val="62000"/>
              </a:srgbClr>
            </a:outerShdw>
          </a:effectLst>
        </p:spPr>
      </p:pic>
    </p:spTree>
  </p:cSld>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Elicitación de Requerimientos</a:t>
            </a:r>
            <a:endParaRPr b="0" lang="es-AR" sz="4000" spc="-1" strike="noStrike">
              <a:solidFill>
                <a:srgbClr val="000000"/>
              </a:solidFill>
              <a:latin typeface="Arial"/>
            </a:endParaRPr>
          </a:p>
        </p:txBody>
      </p:sp>
      <p:sp>
        <p:nvSpPr>
          <p:cNvPr id="733" name="PlaceHolder 2"/>
          <p:cNvSpPr>
            <a:spLocks noGrp="1"/>
          </p:cNvSpPr>
          <p:nvPr>
            <p:ph type="sldNum" idx="74"/>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D33FABBC-B313-4D1A-AC59-08361EF648EA}"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34"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177840">
              <a:lnSpc>
                <a:spcPct val="85000"/>
              </a:lnSpc>
              <a:buClr>
                <a:srgbClr val="c00000"/>
              </a:buClr>
              <a:buFont typeface="Arial"/>
              <a:buChar char="»"/>
            </a:pPr>
            <a:r>
              <a:rPr b="0" lang="es-ES" sz="2800" spc="-1" strike="noStrike">
                <a:solidFill>
                  <a:srgbClr val="3f3f3f"/>
                </a:solidFill>
                <a:latin typeface="Calibri"/>
                <a:ea typeface="Calibri"/>
              </a:rPr>
              <a:t>Problemas de comunicación</a:t>
            </a:r>
            <a:endParaRPr b="0" lang="es-AR" sz="28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Dificultad para expresar claramente las necesidades.</a:t>
            </a:r>
            <a:endParaRPr b="0" lang="es-AR" sz="20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No ser conscientes de sus propias necesidades.</a:t>
            </a:r>
            <a:endParaRPr b="0" lang="es-AR" sz="20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No entender cómo la tecnología puede ayudar.</a:t>
            </a:r>
            <a:endParaRPr b="0" lang="es-AR" sz="20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Miedo a parecer incompetentes por ignorancia tecnológica.</a:t>
            </a:r>
            <a:endParaRPr b="0" lang="es-AR" sz="20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No tomar decisiones por no poder prever las  consecuencias, no entender las alternativas o no tener una visión global.</a:t>
            </a:r>
            <a:endParaRPr b="0" lang="es-AR" sz="20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Cultura y vocabulario diferentes.</a:t>
            </a:r>
            <a:endParaRPr b="0" lang="es-AR" sz="20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Intereses distintos en el sistema a desarrollar.</a:t>
            </a:r>
            <a:endParaRPr b="0" lang="es-AR" sz="20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Medios de comunicación inadecuados (diagramas que no entienden los clientes y usuarios).</a:t>
            </a:r>
            <a:endParaRPr b="0" lang="es-AR" sz="20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000" spc="-1" strike="noStrike">
                <a:solidFill>
                  <a:srgbClr val="3f3f3f"/>
                </a:solidFill>
                <a:latin typeface="Calibri"/>
                <a:ea typeface="Calibri"/>
              </a:rPr>
              <a:t>Conflictos personales o políticos</a:t>
            </a:r>
            <a:r>
              <a:rPr b="0" lang="es-ES" sz="2800" spc="-1" strike="noStrike">
                <a:solidFill>
                  <a:srgbClr val="3f3f3f"/>
                </a:solidFill>
                <a:latin typeface="Calibri"/>
                <a:ea typeface="Calibri"/>
              </a:rPr>
              <a:t>.</a:t>
            </a:r>
            <a:endParaRPr b="0" lang="es-AR" sz="2800" spc="-1" strike="noStrike">
              <a:solidFill>
                <a:srgbClr val="000000"/>
              </a:solidFill>
              <a:latin typeface="Arial"/>
            </a:endParaRPr>
          </a:p>
          <a:p>
            <a:pPr marL="260640" indent="0">
              <a:lnSpc>
                <a:spcPct val="85000"/>
              </a:lnSpc>
              <a:spcBef>
                <a:spcPts val="451"/>
              </a:spcBef>
              <a:buNone/>
              <a:tabLst>
                <a:tab algn="l" pos="0"/>
              </a:tabLst>
            </a:pPr>
            <a:endParaRPr b="0" lang="es-AR" sz="2400" spc="-1" strike="noStrike">
              <a:solidFill>
                <a:srgbClr val="000000"/>
              </a:solidFill>
              <a:latin typeface="Arial"/>
            </a:endParaRPr>
          </a:p>
        </p:txBody>
      </p:sp>
    </p:spTree>
  </p:cSld>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Elicitación de Requerimientos</a:t>
            </a:r>
            <a:endParaRPr b="0" lang="es-AR" sz="4000" spc="-1" strike="noStrike">
              <a:solidFill>
                <a:srgbClr val="000000"/>
              </a:solidFill>
              <a:latin typeface="Arial"/>
            </a:endParaRPr>
          </a:p>
        </p:txBody>
      </p:sp>
      <p:sp>
        <p:nvSpPr>
          <p:cNvPr id="736" name="PlaceHolder 2"/>
          <p:cNvSpPr>
            <a:spLocks noGrp="1"/>
          </p:cNvSpPr>
          <p:nvPr>
            <p:ph type="sldNum" idx="75"/>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E479B20E-6559-4AEB-A062-62FC17A64B3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37" name="PlaceHolder 3"/>
          <p:cNvSpPr>
            <a:spLocks noGrp="1"/>
          </p:cNvSpPr>
          <p:nvPr>
            <p:ph/>
          </p:nvPr>
        </p:nvSpPr>
        <p:spPr>
          <a:xfrm>
            <a:off x="626040" y="1772640"/>
            <a:ext cx="9832320" cy="4478400"/>
          </a:xfrm>
          <a:prstGeom prst="rect">
            <a:avLst/>
          </a:prstGeom>
          <a:noFill/>
          <a:ln w="0">
            <a:noFill/>
          </a:ln>
        </p:spPr>
        <p:txBody>
          <a:bodyPr anchor="t">
            <a:normAutofit/>
          </a:bodyPr>
          <a:p>
            <a:pPr marL="68760" indent="-114480">
              <a:lnSpc>
                <a:spcPct val="85000"/>
              </a:lnSpc>
              <a:buClr>
                <a:srgbClr val="c00000"/>
              </a:buClr>
              <a:buFont typeface="Arial"/>
              <a:buChar char="»"/>
            </a:pPr>
            <a:r>
              <a:rPr b="0" lang="es-ES" sz="2000" spc="-1" strike="noStrike">
                <a:solidFill>
                  <a:srgbClr val="3f3f3f"/>
                </a:solidFill>
                <a:latin typeface="Calibri"/>
                <a:ea typeface="Calibri"/>
              </a:rPr>
              <a:t>Limitaciones cognitivas (del desarrollador)</a:t>
            </a:r>
            <a:endParaRPr b="0" lang="es-AR" sz="20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No conocer el dominio del problema.</a:t>
            </a:r>
            <a:endParaRPr b="0" lang="es-AR" sz="18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Hacer suposiciones sobre el dominio del problema.</a:t>
            </a:r>
            <a:endParaRPr b="0" lang="es-AR" sz="18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Hacer suposiciones sobre aspectos tecnológicos.</a:t>
            </a:r>
            <a:endParaRPr b="0" lang="es-AR" sz="18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Hacer simplificaciones excesivas.</a:t>
            </a:r>
            <a:endParaRPr b="0" lang="es-AR" sz="1800" spc="-1" strike="noStrike">
              <a:solidFill>
                <a:srgbClr val="000000"/>
              </a:solidFill>
              <a:latin typeface="Arial"/>
            </a:endParaRPr>
          </a:p>
          <a:p>
            <a:pPr marL="68760" indent="-114480">
              <a:lnSpc>
                <a:spcPct val="85000"/>
              </a:lnSpc>
              <a:spcBef>
                <a:spcPts val="975"/>
              </a:spcBef>
              <a:buClr>
                <a:srgbClr val="c00000"/>
              </a:buClr>
              <a:buFont typeface="Arial"/>
              <a:buChar char="»"/>
            </a:pPr>
            <a:r>
              <a:rPr b="0" lang="es-ES" sz="2000" spc="-1" strike="noStrike">
                <a:solidFill>
                  <a:srgbClr val="3f3f3f"/>
                </a:solidFill>
                <a:latin typeface="Calibri"/>
                <a:ea typeface="Calibri"/>
              </a:rPr>
              <a:t>Conducta humana</a:t>
            </a:r>
            <a:endParaRPr b="0" lang="es-AR" sz="20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Conflictos y ambigüedades en los roles de los participantes.</a:t>
            </a:r>
            <a:endParaRPr b="0" lang="es-AR" sz="18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Pasividad de clientes, usuarios o ingenieros de requisitos.</a:t>
            </a:r>
            <a:endParaRPr b="0" lang="es-AR" sz="18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Temor a que el nuevo sistema lo deje sin trabajo.</a:t>
            </a:r>
            <a:endParaRPr b="0" lang="es-AR" sz="1800" spc="-1" strike="noStrike">
              <a:solidFill>
                <a:srgbClr val="000000"/>
              </a:solidFill>
              <a:latin typeface="Arial"/>
            </a:endParaRPr>
          </a:p>
          <a:p>
            <a:pPr marL="68760" indent="-114480">
              <a:lnSpc>
                <a:spcPct val="85000"/>
              </a:lnSpc>
              <a:spcBef>
                <a:spcPts val="975"/>
              </a:spcBef>
              <a:buClr>
                <a:srgbClr val="c00000"/>
              </a:buClr>
              <a:buFont typeface="Arial"/>
              <a:buChar char="»"/>
            </a:pPr>
            <a:r>
              <a:rPr b="0" lang="es-ES" sz="2000" spc="-1" strike="noStrike">
                <a:solidFill>
                  <a:srgbClr val="3f3f3f"/>
                </a:solidFill>
                <a:latin typeface="Calibri"/>
                <a:ea typeface="Calibri"/>
              </a:rPr>
              <a:t>Técnicos </a:t>
            </a:r>
            <a:endParaRPr b="0" lang="es-AR" sz="20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Complejidad del dominio del problema.</a:t>
            </a:r>
            <a:endParaRPr b="0" lang="es-AR" sz="18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Complejidad de los requisitos.</a:t>
            </a:r>
            <a:endParaRPr b="0" lang="es-AR" sz="18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Múltiples fuentes de requisitos.</a:t>
            </a:r>
            <a:endParaRPr b="0" lang="es-AR" sz="1800" spc="-1" strike="noStrike">
              <a:solidFill>
                <a:srgbClr val="000000"/>
              </a:solidFill>
              <a:latin typeface="Arial"/>
            </a:endParaRPr>
          </a:p>
          <a:p>
            <a:pPr lvl="1" marL="289080" indent="-285840">
              <a:lnSpc>
                <a:spcPct val="85000"/>
              </a:lnSpc>
              <a:spcBef>
                <a:spcPts val="451"/>
              </a:spcBef>
              <a:buClr>
                <a:srgbClr val="262626"/>
              </a:buClr>
              <a:buFont typeface="Arial"/>
              <a:buChar char="•"/>
            </a:pPr>
            <a:r>
              <a:rPr b="0" lang="es-ES" sz="1800" spc="-1" strike="noStrike">
                <a:solidFill>
                  <a:srgbClr val="3f3f3f"/>
                </a:solidFill>
                <a:latin typeface="Calibri"/>
                <a:ea typeface="Calibri"/>
              </a:rPr>
              <a:t>Fuentes de información poco claras.</a:t>
            </a:r>
            <a:endParaRPr b="0" lang="es-AR" sz="1800" spc="-1" strike="noStrike">
              <a:solidFill>
                <a:srgbClr val="000000"/>
              </a:solidFill>
              <a:latin typeface="Arial"/>
            </a:endParaRPr>
          </a:p>
        </p:txBody>
      </p:sp>
    </p:spTree>
  </p:cSld>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Técnicas de elicitación </a:t>
            </a:r>
            <a:endParaRPr b="0" lang="es-AR" sz="4000" spc="-1" strike="noStrike">
              <a:solidFill>
                <a:srgbClr val="000000"/>
              </a:solidFill>
              <a:latin typeface="Arial"/>
            </a:endParaRPr>
          </a:p>
        </p:txBody>
      </p:sp>
      <p:sp>
        <p:nvSpPr>
          <p:cNvPr id="739" name="PlaceHolder 2"/>
          <p:cNvSpPr>
            <a:spLocks noGrp="1"/>
          </p:cNvSpPr>
          <p:nvPr>
            <p:ph type="sldNum" idx="76"/>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ED21E8FC-27E3-489A-AC19-7A479E0C98E7}"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40" name="PlaceHolder 3"/>
          <p:cNvSpPr>
            <a:spLocks noGrp="1"/>
          </p:cNvSpPr>
          <p:nvPr>
            <p:ph/>
          </p:nvPr>
        </p:nvSpPr>
        <p:spPr>
          <a:xfrm>
            <a:off x="626040" y="1902600"/>
            <a:ext cx="9832320" cy="4478400"/>
          </a:xfrm>
          <a:prstGeom prst="rect">
            <a:avLst/>
          </a:prstGeom>
          <a:noFill/>
          <a:ln w="0">
            <a:noFill/>
          </a:ln>
        </p:spPr>
        <p:txBody>
          <a:bodyPr anchor="t">
            <a:normAutofit/>
          </a:bodyPr>
          <a:p>
            <a:pPr marL="514440" indent="0">
              <a:lnSpc>
                <a:spcPct val="75000"/>
              </a:lnSpc>
              <a:buNone/>
              <a:tabLst>
                <a:tab algn="l" pos="0"/>
              </a:tabLst>
            </a:pPr>
            <a:r>
              <a:rPr b="0" lang="es-ES" sz="2220" spc="-1" strike="noStrike">
                <a:solidFill>
                  <a:srgbClr val="3f3f3f"/>
                </a:solidFill>
                <a:latin typeface="Calibri"/>
                <a:ea typeface="Calibri"/>
              </a:rPr>
              <a:t>Recopilación de información: </a:t>
            </a:r>
            <a:endParaRPr b="0" lang="es-AR" sz="2220" spc="-1" strike="noStrike">
              <a:solidFill>
                <a:srgbClr val="000000"/>
              </a:solidFill>
              <a:latin typeface="Arial"/>
            </a:endParaRPr>
          </a:p>
          <a:p>
            <a:pPr marL="514440" indent="0">
              <a:lnSpc>
                <a:spcPct val="75000"/>
              </a:lnSpc>
              <a:spcBef>
                <a:spcPts val="975"/>
              </a:spcBef>
              <a:buNone/>
              <a:tabLst>
                <a:tab algn="l" pos="0"/>
              </a:tabLst>
            </a:pPr>
            <a:r>
              <a:rPr b="1" i="1" lang="es-ES" sz="2400" spc="-1" strike="noStrike">
                <a:solidFill>
                  <a:srgbClr val="3f3f3f"/>
                </a:solidFill>
                <a:latin typeface="Calibri"/>
                <a:ea typeface="Calibri"/>
              </a:rPr>
              <a:t>Métodos discretos</a:t>
            </a:r>
            <a:endParaRPr b="0" lang="es-AR" sz="2400" spc="-1" strike="noStrike">
              <a:solidFill>
                <a:srgbClr val="000000"/>
              </a:solidFill>
              <a:latin typeface="Arial"/>
            </a:endParaRPr>
          </a:p>
          <a:p>
            <a:pPr marL="514440" indent="0">
              <a:lnSpc>
                <a:spcPct val="75000"/>
              </a:lnSpc>
              <a:spcBef>
                <a:spcPts val="975"/>
              </a:spcBef>
              <a:buNone/>
              <a:tabLst>
                <a:tab algn="l" pos="0"/>
              </a:tabLst>
            </a:pPr>
            <a:endParaRPr b="0" lang="es-AR" sz="1010" spc="-1" strike="noStrike">
              <a:solidFill>
                <a:srgbClr val="000000"/>
              </a:solidFill>
              <a:latin typeface="Arial"/>
            </a:endParaRPr>
          </a:p>
          <a:p>
            <a:pPr lvl="1" marL="706320" indent="-514440">
              <a:lnSpc>
                <a:spcPct val="75000"/>
              </a:lnSpc>
              <a:spcBef>
                <a:spcPts val="451"/>
              </a:spcBef>
              <a:buClr>
                <a:srgbClr val="262626"/>
              </a:buClr>
              <a:buFont typeface="Calibri"/>
              <a:buAutoNum type="arabicPeriod"/>
              <a:tabLst>
                <a:tab algn="l" pos="0"/>
              </a:tabLst>
            </a:pPr>
            <a:r>
              <a:rPr b="0" lang="es-ES" sz="2220" spc="-1" strike="noStrike">
                <a:solidFill>
                  <a:srgbClr val="3f3f3f"/>
                </a:solidFill>
                <a:latin typeface="Calibri"/>
                <a:ea typeface="Calibri"/>
              </a:rPr>
              <a:t>Muestreo de la documentación, los formularios y los datos existentes.</a:t>
            </a:r>
            <a:endParaRPr b="0" lang="es-AR" sz="2220" spc="-1" strike="noStrike">
              <a:solidFill>
                <a:srgbClr val="000000"/>
              </a:solidFill>
              <a:latin typeface="Arial"/>
            </a:endParaRPr>
          </a:p>
          <a:p>
            <a:pPr lvl="1" marL="706320" indent="-514440">
              <a:lnSpc>
                <a:spcPct val="75000"/>
              </a:lnSpc>
              <a:spcBef>
                <a:spcPts val="451"/>
              </a:spcBef>
              <a:buClr>
                <a:srgbClr val="262626"/>
              </a:buClr>
              <a:buFont typeface="Calibri"/>
              <a:buAutoNum type="arabicPeriod"/>
              <a:tabLst>
                <a:tab algn="l" pos="0"/>
              </a:tabLst>
            </a:pPr>
            <a:r>
              <a:rPr b="0" lang="es-ES" sz="2220" spc="-1" strike="noStrike">
                <a:solidFill>
                  <a:srgbClr val="3f3f3f"/>
                </a:solidFill>
                <a:latin typeface="Calibri"/>
                <a:ea typeface="Calibri"/>
              </a:rPr>
              <a:t>Investigación y visitas al lugar.</a:t>
            </a:r>
            <a:endParaRPr b="0" lang="es-AR" sz="2220" spc="-1" strike="noStrike">
              <a:solidFill>
                <a:srgbClr val="000000"/>
              </a:solidFill>
              <a:latin typeface="Arial"/>
            </a:endParaRPr>
          </a:p>
          <a:p>
            <a:pPr lvl="1" marL="706320" indent="-514440">
              <a:lnSpc>
                <a:spcPct val="75000"/>
              </a:lnSpc>
              <a:spcBef>
                <a:spcPts val="451"/>
              </a:spcBef>
              <a:buClr>
                <a:srgbClr val="262626"/>
              </a:buClr>
              <a:buFont typeface="Calibri"/>
              <a:buAutoNum type="arabicPeriod"/>
              <a:tabLst>
                <a:tab algn="l" pos="0"/>
              </a:tabLst>
            </a:pPr>
            <a:r>
              <a:rPr b="0" lang="es-ES" sz="2220" spc="-1" strike="noStrike">
                <a:solidFill>
                  <a:srgbClr val="3f3f3f"/>
                </a:solidFill>
                <a:latin typeface="Calibri"/>
                <a:ea typeface="Calibri"/>
              </a:rPr>
              <a:t>Observación del ambiente de trabajo.</a:t>
            </a:r>
            <a:endParaRPr b="0" lang="es-AR" sz="2220" spc="-1" strike="noStrike">
              <a:solidFill>
                <a:srgbClr val="000000"/>
              </a:solidFill>
              <a:latin typeface="Arial"/>
            </a:endParaRPr>
          </a:p>
          <a:p>
            <a:pPr marL="514440" indent="0">
              <a:lnSpc>
                <a:spcPct val="75000"/>
              </a:lnSpc>
              <a:spcBef>
                <a:spcPts val="975"/>
              </a:spcBef>
              <a:buNone/>
              <a:tabLst>
                <a:tab algn="l" pos="0"/>
              </a:tabLst>
            </a:pPr>
            <a:endParaRPr b="0" lang="es-AR" sz="2220" spc="-1" strike="noStrike">
              <a:solidFill>
                <a:srgbClr val="000000"/>
              </a:solidFill>
              <a:latin typeface="Arial"/>
            </a:endParaRPr>
          </a:p>
          <a:p>
            <a:pPr marL="514440" indent="0">
              <a:lnSpc>
                <a:spcPct val="75000"/>
              </a:lnSpc>
              <a:spcBef>
                <a:spcPts val="975"/>
              </a:spcBef>
              <a:buNone/>
              <a:tabLst>
                <a:tab algn="l" pos="0"/>
              </a:tabLst>
            </a:pPr>
            <a:r>
              <a:rPr b="1" i="1" lang="es-ES" sz="2400" spc="-1" strike="noStrike">
                <a:solidFill>
                  <a:srgbClr val="3f3f3f"/>
                </a:solidFill>
                <a:latin typeface="Calibri"/>
                <a:ea typeface="Calibri"/>
              </a:rPr>
              <a:t>Métodos interactivos</a:t>
            </a:r>
            <a:endParaRPr b="0" lang="es-AR" sz="2400" spc="-1" strike="noStrike">
              <a:solidFill>
                <a:srgbClr val="000000"/>
              </a:solidFill>
              <a:latin typeface="Arial"/>
            </a:endParaRPr>
          </a:p>
          <a:p>
            <a:pPr marL="706320" indent="0">
              <a:lnSpc>
                <a:spcPct val="75000"/>
              </a:lnSpc>
              <a:spcBef>
                <a:spcPts val="451"/>
              </a:spcBef>
              <a:buNone/>
              <a:tabLst>
                <a:tab algn="l" pos="0"/>
              </a:tabLst>
            </a:pPr>
            <a:endParaRPr b="0" lang="es-AR" sz="1110" spc="-1" strike="noStrike">
              <a:solidFill>
                <a:srgbClr val="000000"/>
              </a:solidFill>
              <a:latin typeface="Arial"/>
            </a:endParaRPr>
          </a:p>
          <a:p>
            <a:pPr lvl="1" marL="706320" indent="-514440">
              <a:lnSpc>
                <a:spcPct val="75000"/>
              </a:lnSpc>
              <a:spcBef>
                <a:spcPts val="451"/>
              </a:spcBef>
              <a:buClr>
                <a:srgbClr val="262626"/>
              </a:buClr>
              <a:buFont typeface="Calibri"/>
              <a:buAutoNum type="arabicPeriod"/>
              <a:tabLst>
                <a:tab algn="l" pos="0"/>
              </a:tabLst>
            </a:pPr>
            <a:r>
              <a:rPr b="0" lang="es-ES" sz="2220" spc="-1" strike="noStrike">
                <a:solidFill>
                  <a:srgbClr val="3f3f3f"/>
                </a:solidFill>
                <a:latin typeface="Calibri"/>
                <a:ea typeface="Calibri"/>
              </a:rPr>
              <a:t>Cuestionarios.</a:t>
            </a:r>
            <a:endParaRPr b="0" lang="es-AR" sz="2220" spc="-1" strike="noStrike">
              <a:solidFill>
                <a:srgbClr val="000000"/>
              </a:solidFill>
              <a:latin typeface="Arial"/>
            </a:endParaRPr>
          </a:p>
          <a:p>
            <a:pPr lvl="1" marL="706320" indent="-514440">
              <a:lnSpc>
                <a:spcPct val="75000"/>
              </a:lnSpc>
              <a:spcBef>
                <a:spcPts val="451"/>
              </a:spcBef>
              <a:buClr>
                <a:srgbClr val="262626"/>
              </a:buClr>
              <a:buFont typeface="Calibri"/>
              <a:buAutoNum type="arabicPeriod"/>
              <a:tabLst>
                <a:tab algn="l" pos="0"/>
              </a:tabLst>
            </a:pPr>
            <a:r>
              <a:rPr b="0" lang="es-ES" sz="2220" spc="-1" strike="noStrike">
                <a:solidFill>
                  <a:srgbClr val="3f3f3f"/>
                </a:solidFill>
                <a:latin typeface="Calibri"/>
                <a:ea typeface="Calibri"/>
              </a:rPr>
              <a:t>Entrevistas.</a:t>
            </a:r>
            <a:endParaRPr b="0" lang="es-AR" sz="2220" spc="-1" strike="noStrike">
              <a:solidFill>
                <a:srgbClr val="000000"/>
              </a:solidFill>
              <a:latin typeface="Arial"/>
            </a:endParaRPr>
          </a:p>
          <a:p>
            <a:pPr lvl="1" marL="706320" indent="-514440">
              <a:lnSpc>
                <a:spcPct val="75000"/>
              </a:lnSpc>
              <a:spcBef>
                <a:spcPts val="451"/>
              </a:spcBef>
              <a:buClr>
                <a:srgbClr val="262626"/>
              </a:buClr>
              <a:buFont typeface="Calibri"/>
              <a:buAutoNum type="arabicPeriod"/>
              <a:tabLst>
                <a:tab algn="l" pos="0"/>
              </a:tabLst>
            </a:pPr>
            <a:r>
              <a:rPr b="0" lang="es-ES" sz="2220" spc="-1" strike="noStrike">
                <a:solidFill>
                  <a:srgbClr val="3f3f3f"/>
                </a:solidFill>
                <a:latin typeface="Calibri"/>
                <a:ea typeface="Calibri"/>
              </a:rPr>
              <a:t>Planeación conjunta de Requerimientos (JRP o JAD).</a:t>
            </a:r>
            <a:endParaRPr b="0" lang="es-AR" sz="2220" spc="-1" strike="noStrike">
              <a:solidFill>
                <a:srgbClr val="000000"/>
              </a:solidFill>
              <a:latin typeface="Arial"/>
            </a:endParaRPr>
          </a:p>
          <a:p>
            <a:pPr lvl="1" marL="706320" indent="-514440">
              <a:lnSpc>
                <a:spcPct val="75000"/>
              </a:lnSpc>
              <a:spcBef>
                <a:spcPts val="451"/>
              </a:spcBef>
              <a:buClr>
                <a:srgbClr val="262626"/>
              </a:buClr>
              <a:buFont typeface="Calibri"/>
              <a:buAutoNum type="arabicPeriod"/>
              <a:tabLst>
                <a:tab algn="l" pos="0"/>
              </a:tabLst>
            </a:pPr>
            <a:r>
              <a:rPr b="0" lang="es-ES" sz="2220" spc="-1" strike="noStrike">
                <a:solidFill>
                  <a:srgbClr val="3f3f3f"/>
                </a:solidFill>
                <a:latin typeface="Calibri"/>
                <a:ea typeface="Calibri"/>
              </a:rPr>
              <a:t>Lluvia de Ideas - Brainstorming .</a:t>
            </a:r>
            <a:endParaRPr b="0" lang="es-AR" sz="2220" spc="-1" strike="noStrike">
              <a:solidFill>
                <a:srgbClr val="000000"/>
              </a:solidFill>
              <a:latin typeface="Arial"/>
            </a:endParaRPr>
          </a:p>
        </p:txBody>
      </p:sp>
      <p:sp>
        <p:nvSpPr>
          <p:cNvPr id="741" name="Google Shape;744;p107"/>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title"/>
          </p:nvPr>
        </p:nvSpPr>
        <p:spPr>
          <a:xfrm>
            <a:off x="626040" y="643320"/>
            <a:ext cx="11130480" cy="112932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Métodos interactivos</a:t>
            </a:r>
            <a:endParaRPr b="0" lang="es-AR" sz="4000" spc="-1" strike="noStrike">
              <a:solidFill>
                <a:srgbClr val="000000"/>
              </a:solidFill>
              <a:latin typeface="Arial"/>
            </a:endParaRPr>
          </a:p>
        </p:txBody>
      </p:sp>
      <p:sp>
        <p:nvSpPr>
          <p:cNvPr id="743" name="PlaceHolder 2"/>
          <p:cNvSpPr>
            <a:spLocks noGrp="1"/>
          </p:cNvSpPr>
          <p:nvPr>
            <p:ph type="sldNum" idx="77"/>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6A919476-1117-471D-B51B-2846D074436D}"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44"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0" algn="just">
              <a:lnSpc>
                <a:spcPct val="85000"/>
              </a:lnSpc>
              <a:buNone/>
              <a:tabLst>
                <a:tab algn="l" pos="0"/>
              </a:tabLst>
            </a:pPr>
            <a:r>
              <a:rPr b="0" lang="es-ES" sz="2400" spc="-1" strike="noStrike">
                <a:solidFill>
                  <a:srgbClr val="3f3f3f"/>
                </a:solidFill>
                <a:latin typeface="Calibri"/>
                <a:ea typeface="Calibri"/>
              </a:rPr>
              <a:t>Hay métodos interactivos que pueden usarse para obtener los requerimientos de los miembros de la organización Aunque son distintos en su implementación, estos métodos tienen muchas cosas en común. La base es hablar con las personas en la organización y escuchar para comprender.</a:t>
            </a:r>
            <a:endParaRPr b="0" lang="es-AR" sz="2400" spc="-1" strike="noStrike">
              <a:solidFill>
                <a:srgbClr val="000000"/>
              </a:solidFill>
              <a:latin typeface="Arial"/>
            </a:endParaRPr>
          </a:p>
          <a:p>
            <a:pPr marL="68760" indent="0">
              <a:lnSpc>
                <a:spcPct val="85000"/>
              </a:lnSpc>
              <a:spcBef>
                <a:spcPts val="975"/>
              </a:spcBef>
              <a:buNone/>
              <a:tabLst>
                <a:tab algn="l" pos="0"/>
              </a:tabLst>
            </a:pPr>
            <a:r>
              <a:rPr b="0" lang="es-ES" sz="2400" spc="-1" strike="noStrike">
                <a:solidFill>
                  <a:srgbClr val="3f3f3f"/>
                </a:solidFill>
                <a:latin typeface="Calibri"/>
                <a:ea typeface="Calibri"/>
              </a:rPr>
              <a:t>Cada uno cuenta con su propio proceso establecido</a:t>
            </a:r>
            <a:endParaRPr b="0" lang="es-AR" sz="2400" spc="-1" strike="noStrike">
              <a:solidFill>
                <a:srgbClr val="000000"/>
              </a:solidFill>
              <a:latin typeface="Arial"/>
            </a:endParaRPr>
          </a:p>
          <a:p>
            <a:pPr marL="706320" indent="0">
              <a:lnSpc>
                <a:spcPct val="85000"/>
              </a:lnSpc>
              <a:spcBef>
                <a:spcPts val="451"/>
              </a:spcBef>
              <a:buNone/>
              <a:tabLst>
                <a:tab algn="l" pos="0"/>
              </a:tabLst>
            </a:pPr>
            <a:endParaRPr b="0" lang="es-AR" sz="2400" spc="-1" strike="noStrike">
              <a:solidFill>
                <a:srgbClr val="000000"/>
              </a:solidFill>
              <a:latin typeface="Arial"/>
            </a:endParaRPr>
          </a:p>
          <a:p>
            <a:pPr lvl="1" marL="706320" indent="-514440">
              <a:lnSpc>
                <a:spcPct val="85000"/>
              </a:lnSpc>
              <a:spcBef>
                <a:spcPts val="451"/>
              </a:spcBef>
              <a:buClr>
                <a:srgbClr val="262626"/>
              </a:buClr>
              <a:buFont typeface="Noto Sans Symbols"/>
              <a:buChar char="⮚"/>
              <a:tabLst>
                <a:tab algn="l" pos="0"/>
              </a:tabLst>
            </a:pPr>
            <a:r>
              <a:rPr b="0" lang="es-ES" sz="2400" spc="-1" strike="noStrike">
                <a:solidFill>
                  <a:srgbClr val="3f3f3f"/>
                </a:solidFill>
                <a:latin typeface="Calibri"/>
                <a:ea typeface="Calibri"/>
              </a:rPr>
              <a:t>Cuestionarios.</a:t>
            </a:r>
            <a:endParaRPr b="0" lang="es-AR" sz="2400" spc="-1" strike="noStrike">
              <a:solidFill>
                <a:srgbClr val="000000"/>
              </a:solidFill>
              <a:latin typeface="Arial"/>
            </a:endParaRPr>
          </a:p>
          <a:p>
            <a:pPr lvl="1" marL="706320" indent="-514440">
              <a:lnSpc>
                <a:spcPct val="85000"/>
              </a:lnSpc>
              <a:spcBef>
                <a:spcPts val="451"/>
              </a:spcBef>
              <a:buClr>
                <a:srgbClr val="262626"/>
              </a:buClr>
              <a:buFont typeface="Noto Sans Symbols"/>
              <a:buChar char="⮚"/>
              <a:tabLst>
                <a:tab algn="l" pos="0"/>
              </a:tabLst>
            </a:pPr>
            <a:r>
              <a:rPr b="0" lang="es-ES" sz="2400" spc="-1" strike="noStrike">
                <a:solidFill>
                  <a:srgbClr val="3f3f3f"/>
                </a:solidFill>
                <a:latin typeface="Calibri"/>
                <a:ea typeface="Calibri"/>
              </a:rPr>
              <a:t>Entrevistas.</a:t>
            </a:r>
            <a:endParaRPr b="0" lang="es-AR" sz="2400" spc="-1" strike="noStrike">
              <a:solidFill>
                <a:srgbClr val="000000"/>
              </a:solidFill>
              <a:latin typeface="Arial"/>
            </a:endParaRPr>
          </a:p>
          <a:p>
            <a:pPr lvl="1" marL="706320" indent="-514440">
              <a:lnSpc>
                <a:spcPct val="85000"/>
              </a:lnSpc>
              <a:spcBef>
                <a:spcPts val="451"/>
              </a:spcBef>
              <a:buClr>
                <a:srgbClr val="262626"/>
              </a:buClr>
              <a:buFont typeface="Noto Sans Symbols"/>
              <a:buChar char="⮚"/>
              <a:tabLst>
                <a:tab algn="l" pos="0"/>
              </a:tabLst>
            </a:pPr>
            <a:r>
              <a:rPr b="0" lang="es-ES" sz="2400" spc="-1" strike="noStrike">
                <a:solidFill>
                  <a:srgbClr val="3f3f3f"/>
                </a:solidFill>
                <a:latin typeface="Calibri"/>
                <a:ea typeface="Calibri"/>
              </a:rPr>
              <a:t>Planeación conjunta de Requerimientos (JRP o JAD).</a:t>
            </a:r>
            <a:endParaRPr b="0" lang="es-AR" sz="2400" spc="-1" strike="noStrike">
              <a:solidFill>
                <a:srgbClr val="000000"/>
              </a:solidFill>
              <a:latin typeface="Arial"/>
            </a:endParaRPr>
          </a:p>
          <a:p>
            <a:pPr lvl="1" marL="706320" indent="-514440">
              <a:lnSpc>
                <a:spcPct val="85000"/>
              </a:lnSpc>
              <a:spcBef>
                <a:spcPts val="451"/>
              </a:spcBef>
              <a:buClr>
                <a:srgbClr val="262626"/>
              </a:buClr>
              <a:buFont typeface="Noto Sans Symbols"/>
              <a:buChar char="⮚"/>
              <a:tabLst>
                <a:tab algn="l" pos="0"/>
              </a:tabLst>
            </a:pPr>
            <a:r>
              <a:rPr b="0" lang="es-ES" sz="2400" spc="-1" strike="noStrike">
                <a:solidFill>
                  <a:srgbClr val="3f3f3f"/>
                </a:solidFill>
                <a:latin typeface="Calibri"/>
                <a:ea typeface="Calibri"/>
              </a:rPr>
              <a:t>Lluvia de Ideas - Brainstorming.</a:t>
            </a:r>
            <a:endParaRPr b="0" lang="es-AR" sz="2400" spc="-1" strike="noStrike">
              <a:solidFill>
                <a:srgbClr val="000000"/>
              </a:solidFill>
              <a:latin typeface="Arial"/>
            </a:endParaRPr>
          </a:p>
        </p:txBody>
      </p:sp>
      <p:sp>
        <p:nvSpPr>
          <p:cNvPr id="745" name="Google Shape;752;g3764bf369be_0_0"/>
          <p:cNvSpPr/>
          <p:nvPr/>
        </p:nvSpPr>
        <p:spPr>
          <a:xfrm>
            <a:off x="495180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746" name="Google Shape;753;g3764bf369be_0_0"/>
          <p:cNvSpPr/>
          <p:nvPr/>
        </p:nvSpPr>
        <p:spPr>
          <a:xfrm>
            <a:off x="156240" y="-122040"/>
            <a:ext cx="305640" cy="304560"/>
          </a:xfrm>
          <a:prstGeom prst="rect">
            <a:avLst/>
          </a:prstGeom>
          <a:noFill/>
          <a:ln w="0">
            <a:noFill/>
          </a:ln>
        </p:spPr>
        <p:style>
          <a:lnRef idx="0"/>
          <a:fillRef idx="0"/>
          <a:effectRef idx="0"/>
          <a:fontRef idx="minor"/>
        </p:style>
        <p:txBody>
          <a:bodyPr anchor="t">
            <a:noAutofit/>
          </a:bodyPr>
          <a:p>
            <a:pPr>
              <a:lnSpc>
                <a:spcPct val="100000"/>
              </a:lnSpc>
              <a:tabLst>
                <a:tab algn="l" pos="0"/>
              </a:tabLst>
            </a:pPr>
            <a:endParaRPr b="0" lang="es-AR" sz="1800" spc="-1" strike="noStrike">
              <a:solidFill>
                <a:schemeClr val="dk1"/>
              </a:solidFill>
              <a:latin typeface="Calibri"/>
              <a:ea typeface="Calibri"/>
            </a:endParaRPr>
          </a:p>
        </p:txBody>
      </p:sp>
      <p:pic>
        <p:nvPicPr>
          <p:cNvPr id="747" name="Google Shape;754;g3764bf369be_0_0" descr="Imagen relacionada"/>
          <p:cNvPicPr/>
          <p:nvPr/>
        </p:nvPicPr>
        <p:blipFill>
          <a:blip r:embed="rId1"/>
          <a:stretch/>
        </p:blipFill>
        <p:spPr>
          <a:xfrm>
            <a:off x="8361720" y="2637000"/>
            <a:ext cx="3394800" cy="3619080"/>
          </a:xfrm>
          <a:prstGeom prst="rect">
            <a:avLst/>
          </a:prstGeom>
          <a:ln w="0">
            <a:noFill/>
          </a:ln>
        </p:spPr>
      </p:pic>
    </p:spTree>
  </p:cSld>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Cuestionarios</a:t>
            </a:r>
            <a:endParaRPr b="0" lang="es-AR" sz="4000" spc="-1" strike="noStrike">
              <a:solidFill>
                <a:srgbClr val="000000"/>
              </a:solidFill>
              <a:latin typeface="Arial"/>
            </a:endParaRPr>
          </a:p>
        </p:txBody>
      </p:sp>
      <p:sp>
        <p:nvSpPr>
          <p:cNvPr id="749" name="PlaceHolder 2"/>
          <p:cNvSpPr>
            <a:spLocks noGrp="1"/>
          </p:cNvSpPr>
          <p:nvPr>
            <p:ph type="sldNum" idx="78"/>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D18345CC-F04F-4072-9618-261CD83E6E3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50"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228600">
              <a:lnSpc>
                <a:spcPct val="85000"/>
              </a:lnSpc>
              <a:buClr>
                <a:srgbClr val="c00000"/>
              </a:buClr>
              <a:buFont typeface="Arial"/>
              <a:buChar char="»"/>
            </a:pPr>
            <a:r>
              <a:rPr b="0" lang="es-ES" sz="2400" spc="-1" strike="noStrike">
                <a:solidFill>
                  <a:srgbClr val="3f3f3f"/>
                </a:solidFill>
                <a:latin typeface="Calibri"/>
                <a:ea typeface="Calibri"/>
              </a:rPr>
              <a:t>Documento que permite al analista recabar información y opiniones de los encuestados.</a:t>
            </a:r>
            <a:endParaRPr b="0" lang="es-AR" sz="2400" spc="-1" strike="noStrike">
              <a:solidFill>
                <a:srgbClr val="000000"/>
              </a:solidFill>
              <a:latin typeface="Arial"/>
            </a:endParaRPr>
          </a:p>
          <a:p>
            <a:pPr indent="0">
              <a:lnSpc>
                <a:spcPct val="85000"/>
              </a:lnSpc>
              <a:buNone/>
            </a:pPr>
            <a:endParaRPr b="0" lang="es-AR" sz="2400" spc="-1" strike="noStrike">
              <a:solidFill>
                <a:srgbClr val="000000"/>
              </a:solidFill>
              <a:latin typeface="Arial"/>
            </a:endParaRPr>
          </a:p>
          <a:p>
            <a:pPr marL="68760" indent="-228600">
              <a:lnSpc>
                <a:spcPct val="85000"/>
              </a:lnSpc>
              <a:buClr>
                <a:srgbClr val="c00000"/>
              </a:buClr>
              <a:buFont typeface="Arial"/>
              <a:buChar char="»"/>
            </a:pPr>
            <a:r>
              <a:rPr b="0" lang="es-ES" sz="2400" spc="-1" strike="noStrike">
                <a:solidFill>
                  <a:srgbClr val="3f3f3f"/>
                </a:solidFill>
                <a:latin typeface="Calibri"/>
                <a:ea typeface="Calibri"/>
              </a:rPr>
              <a:t>Sirve para:</a:t>
            </a:r>
            <a:endParaRPr b="0" lang="es-AR" sz="24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400" spc="-1" strike="noStrike">
                <a:solidFill>
                  <a:srgbClr val="3f3f3f"/>
                </a:solidFill>
                <a:latin typeface="Calibri"/>
                <a:ea typeface="Calibri"/>
              </a:rPr>
              <a:t>Recolectar hechos de un gran número de personas.</a:t>
            </a:r>
            <a:endParaRPr b="0" lang="es-AR" sz="24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400" spc="-1" strike="noStrike">
                <a:solidFill>
                  <a:srgbClr val="3f3f3f"/>
                </a:solidFill>
                <a:latin typeface="Calibri"/>
                <a:ea typeface="Calibri"/>
              </a:rPr>
              <a:t>Detectar un sentimiento generalizado.</a:t>
            </a:r>
            <a:endParaRPr b="0" lang="es-AR" sz="24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400" spc="-1" strike="noStrike">
                <a:solidFill>
                  <a:srgbClr val="3f3f3f"/>
                </a:solidFill>
                <a:latin typeface="Calibri"/>
                <a:ea typeface="Calibri"/>
              </a:rPr>
              <a:t>Detectar problemas entre usuarios.</a:t>
            </a:r>
            <a:endParaRPr b="0" lang="es-AR" sz="2400" spc="-1" strike="noStrike">
              <a:solidFill>
                <a:srgbClr val="000000"/>
              </a:solidFill>
              <a:latin typeface="Arial"/>
            </a:endParaRPr>
          </a:p>
          <a:p>
            <a:pPr lvl="1" marL="346320" indent="-343080">
              <a:lnSpc>
                <a:spcPct val="85000"/>
              </a:lnSpc>
              <a:spcBef>
                <a:spcPts val="451"/>
              </a:spcBef>
              <a:buClr>
                <a:srgbClr val="262626"/>
              </a:buClr>
              <a:buFont typeface="Arial"/>
              <a:buChar char="•"/>
            </a:pPr>
            <a:r>
              <a:rPr b="0" lang="es-ES" sz="2400" spc="-1" strike="noStrike">
                <a:solidFill>
                  <a:srgbClr val="3f3f3f"/>
                </a:solidFill>
                <a:latin typeface="Calibri"/>
                <a:ea typeface="Calibri"/>
              </a:rPr>
              <a:t>Cuantificar respuestas.</a:t>
            </a:r>
            <a:endParaRPr b="0" lang="es-AR" sz="2400" spc="-1" strike="noStrike">
              <a:solidFill>
                <a:srgbClr val="000000"/>
              </a:solidFill>
              <a:latin typeface="Arial"/>
            </a:endParaRPr>
          </a:p>
        </p:txBody>
      </p:sp>
      <p:sp>
        <p:nvSpPr>
          <p:cNvPr id="751" name="Google Shape;762;p115"/>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pic>
        <p:nvPicPr>
          <p:cNvPr id="752" name="Google Shape;763;p115" descr="http://www.angel24.net/upload/g_14imagen_img12_10_23.jpg"/>
          <p:cNvPicPr/>
          <p:nvPr/>
        </p:nvPicPr>
        <p:blipFill>
          <a:blip r:embed="rId1"/>
          <a:srcRect l="0" t="0" r="0" b="23215"/>
          <a:stretch/>
        </p:blipFill>
        <p:spPr>
          <a:xfrm>
            <a:off x="7132680" y="4216680"/>
            <a:ext cx="3578040" cy="2053440"/>
          </a:xfrm>
          <a:prstGeom prst="rect">
            <a:avLst/>
          </a:prstGeom>
          <a:ln w="0">
            <a:noFill/>
          </a:ln>
        </p:spPr>
      </p:pic>
    </p:spTree>
  </p:cSld>
  <p:transition spd="med">
    <p:fade/>
  </p:transition>
  <p:timing>
    <p:tnLst>
      <p:par>
        <p:cTn id="365" dur="indefinite" restart="never" nodeType="tmRoot">
          <p:childTnLst>
            <p:seq>
              <p:cTn id="366" dur="indefinite" nodeType="mainSeq">
                <p:childTnLst>
                  <p:par>
                    <p:cTn id="367" fill="hold">
                      <p:stCondLst>
                        <p:cond delay="indefinite"/>
                      </p:stCondLst>
                      <p:childTnLst>
                        <p:par>
                          <p:cTn id="368" fill="hold">
                            <p:stCondLst>
                              <p:cond delay="0"/>
                            </p:stCondLst>
                            <p:childTnLst>
                              <p:par>
                                <p:cTn id="369" nodeType="clickEffect" fill="hold" presetClass="entr" presetID="1">
                                  <p:stCondLst>
                                    <p:cond delay="0"/>
                                  </p:stCondLst>
                                  <p:childTnLst>
                                    <p:set>
                                      <p:cBhvr>
                                        <p:cTn id="370" dur="1" fill="hold">
                                          <p:stCondLst>
                                            <p:cond delay="0"/>
                                          </p:stCondLst>
                                        </p:cTn>
                                        <p:tgtEl>
                                          <p:spTgt spid="750">
                                            <p:txEl>
                                              <p:pRg st="2" end="2"/>
                                            </p:txEl>
                                          </p:spTgt>
                                        </p:tgtEl>
                                        <p:attrNameLst>
                                          <p:attrName>style.visibility</p:attrName>
                                        </p:attrNameLst>
                                      </p:cBhvr>
                                      <p:to>
                                        <p:strVal val="visible"/>
                                      </p:to>
                                    </p:set>
                                  </p:childTnLst>
                                </p:cTn>
                              </p:par>
                              <p:par>
                                <p:cTn id="371" nodeType="withEffect" fill="hold" presetClass="entr" presetID="1">
                                  <p:stCondLst>
                                    <p:cond delay="0"/>
                                  </p:stCondLst>
                                  <p:childTnLst>
                                    <p:set>
                                      <p:cBhvr>
                                        <p:cTn id="372" dur="1" fill="hold">
                                          <p:stCondLst>
                                            <p:cond delay="0"/>
                                          </p:stCondLst>
                                        </p:cTn>
                                        <p:tgtEl>
                                          <p:spTgt spid="750">
                                            <p:txEl>
                                              <p:pRg st="3" end="3"/>
                                            </p:txEl>
                                          </p:spTgt>
                                        </p:tgtEl>
                                        <p:attrNameLst>
                                          <p:attrName>style.visibility</p:attrName>
                                        </p:attrNameLst>
                                      </p:cBhvr>
                                      <p:to>
                                        <p:strVal val="visible"/>
                                      </p:to>
                                    </p:set>
                                  </p:childTnLst>
                                </p:cTn>
                              </p:par>
                              <p:par>
                                <p:cTn id="373" nodeType="withEffect" fill="hold" presetClass="entr" presetID="1">
                                  <p:stCondLst>
                                    <p:cond delay="0"/>
                                  </p:stCondLst>
                                  <p:childTnLst>
                                    <p:set>
                                      <p:cBhvr>
                                        <p:cTn id="374" dur="1" fill="hold">
                                          <p:stCondLst>
                                            <p:cond delay="0"/>
                                          </p:stCondLst>
                                        </p:cTn>
                                        <p:tgtEl>
                                          <p:spTgt spid="750">
                                            <p:txEl>
                                              <p:pRg st="4" end="4"/>
                                            </p:txEl>
                                          </p:spTgt>
                                        </p:tgtEl>
                                        <p:attrNameLst>
                                          <p:attrName>style.visibility</p:attrName>
                                        </p:attrNameLst>
                                      </p:cBhvr>
                                      <p:to>
                                        <p:strVal val="visible"/>
                                      </p:to>
                                    </p:set>
                                  </p:childTnLst>
                                </p:cTn>
                              </p:par>
                              <p:par>
                                <p:cTn id="375" nodeType="withEffect" fill="hold" presetClass="entr" presetID="1">
                                  <p:stCondLst>
                                    <p:cond delay="0"/>
                                  </p:stCondLst>
                                  <p:childTnLst>
                                    <p:set>
                                      <p:cBhvr>
                                        <p:cTn id="376" dur="1" fill="hold">
                                          <p:stCondLst>
                                            <p:cond delay="0"/>
                                          </p:stCondLst>
                                        </p:cTn>
                                        <p:tgtEl>
                                          <p:spTgt spid="750">
                                            <p:txEl>
                                              <p:pRg st="5" end="5"/>
                                            </p:txEl>
                                          </p:spTgt>
                                        </p:tgtEl>
                                        <p:attrNameLst>
                                          <p:attrName>style.visibility</p:attrName>
                                        </p:attrNameLst>
                                      </p:cBhvr>
                                      <p:to>
                                        <p:strVal val="visible"/>
                                      </p:to>
                                    </p:set>
                                  </p:childTnLst>
                                </p:cTn>
                              </p:par>
                              <p:par>
                                <p:cTn id="377" nodeType="withEffect" fill="hold" presetClass="entr" presetID="1">
                                  <p:stCondLst>
                                    <p:cond delay="0"/>
                                  </p:stCondLst>
                                  <p:childTnLst>
                                    <p:set>
                                      <p:cBhvr>
                                        <p:cTn id="378" dur="1" fill="hold">
                                          <p:stCondLst>
                                            <p:cond delay="0"/>
                                          </p:stCondLst>
                                        </p:cTn>
                                        <p:tgtEl>
                                          <p:spTgt spid="750">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Cuestionarios</a:t>
            </a:r>
            <a:endParaRPr b="0" lang="es-AR" sz="4000" spc="-1" strike="noStrike">
              <a:solidFill>
                <a:srgbClr val="000000"/>
              </a:solidFill>
              <a:latin typeface="Arial"/>
            </a:endParaRPr>
          </a:p>
        </p:txBody>
      </p:sp>
      <p:sp>
        <p:nvSpPr>
          <p:cNvPr id="754" name="PlaceHolder 2"/>
          <p:cNvSpPr>
            <a:spLocks noGrp="1"/>
          </p:cNvSpPr>
          <p:nvPr>
            <p:ph type="sldNum" idx="79"/>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FFAE459B-B07A-412D-AF23-96B163126B2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pic>
        <p:nvPicPr>
          <p:cNvPr id="755" name="Google Shape;770;p116" descr=""/>
          <p:cNvPicPr/>
          <p:nvPr/>
        </p:nvPicPr>
        <p:blipFill>
          <a:blip r:embed="rId1"/>
          <a:srcRect l="1706" t="0" r="0" b="0"/>
          <a:stretch/>
        </p:blipFill>
        <p:spPr>
          <a:xfrm>
            <a:off x="3961080" y="119880"/>
            <a:ext cx="4626720" cy="6434280"/>
          </a:xfrm>
          <a:prstGeom prst="rect">
            <a:avLst/>
          </a:prstGeom>
          <a:ln w="0">
            <a:noFill/>
          </a:ln>
        </p:spPr>
      </p:pic>
    </p:spTree>
  </p:cSld>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Cuestionarios</a:t>
            </a:r>
            <a:endParaRPr b="0" lang="es-AR" sz="4000" spc="-1" strike="noStrike">
              <a:solidFill>
                <a:srgbClr val="000000"/>
              </a:solidFill>
              <a:latin typeface="Arial"/>
            </a:endParaRPr>
          </a:p>
        </p:txBody>
      </p:sp>
      <p:sp>
        <p:nvSpPr>
          <p:cNvPr id="757" name="PlaceHolder 2"/>
          <p:cNvSpPr>
            <a:spLocks noGrp="1"/>
          </p:cNvSpPr>
          <p:nvPr>
            <p:ph type="sldNum" idx="80"/>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2D03402-AABD-41E1-B747-4171A5A936B8}"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58" name="PlaceHolder 3"/>
          <p:cNvSpPr>
            <a:spLocks noGrp="1"/>
          </p:cNvSpPr>
          <p:nvPr>
            <p:ph/>
          </p:nvPr>
        </p:nvSpPr>
        <p:spPr>
          <a:xfrm>
            <a:off x="626040" y="1661760"/>
            <a:ext cx="9832320" cy="4478400"/>
          </a:xfrm>
          <a:prstGeom prst="rect">
            <a:avLst/>
          </a:prstGeom>
          <a:noFill/>
          <a:ln w="0">
            <a:noFill/>
          </a:ln>
        </p:spPr>
        <p:txBody>
          <a:bodyPr anchor="t">
            <a:normAutofit/>
          </a:bodyPr>
          <a:p>
            <a:pPr marL="68760" indent="-152280">
              <a:lnSpc>
                <a:spcPct val="85000"/>
              </a:lnSpc>
              <a:buClr>
                <a:srgbClr val="c00000"/>
              </a:buClr>
              <a:buFont typeface="Arial"/>
              <a:buChar char="»"/>
            </a:pPr>
            <a:r>
              <a:rPr b="0" lang="es-ES" sz="2400" spc="-1" strike="noStrike">
                <a:solidFill>
                  <a:srgbClr val="3f3f3f"/>
                </a:solidFill>
                <a:latin typeface="Calibri"/>
                <a:ea typeface="Calibri"/>
              </a:rPr>
              <a:t>Ventajas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Respuesta rápida</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Económicos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Anónimos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Estructurados de fácil análisis</a:t>
            </a:r>
            <a:endParaRPr b="0" lang="es-AR" sz="2400" spc="-1" strike="noStrike">
              <a:solidFill>
                <a:srgbClr val="000000"/>
              </a:solidFill>
              <a:latin typeface="Arial"/>
            </a:endParaRPr>
          </a:p>
        </p:txBody>
      </p:sp>
      <p:sp>
        <p:nvSpPr>
          <p:cNvPr id="759" name="PlaceHolder 4"/>
          <p:cNvSpPr>
            <a:spLocks noGrp="1"/>
          </p:cNvSpPr>
          <p:nvPr>
            <p:ph/>
          </p:nvPr>
        </p:nvSpPr>
        <p:spPr>
          <a:xfrm>
            <a:off x="626040" y="3619440"/>
            <a:ext cx="7908120" cy="2520720"/>
          </a:xfrm>
          <a:prstGeom prst="rect">
            <a:avLst/>
          </a:prstGeom>
          <a:noFill/>
          <a:ln w="0">
            <a:noFill/>
          </a:ln>
        </p:spPr>
        <p:txBody>
          <a:bodyPr anchor="t">
            <a:noAutofit/>
          </a:bodyPr>
          <a:p>
            <a:pPr marL="68760" indent="-152280">
              <a:lnSpc>
                <a:spcPct val="85000"/>
              </a:lnSpc>
              <a:buClr>
                <a:srgbClr val="c00000"/>
              </a:buClr>
              <a:buFont typeface="Arial"/>
              <a:buChar char="»"/>
            </a:pPr>
            <a:r>
              <a:rPr b="0" lang="es-ES" sz="2400" spc="-1" strike="noStrike">
                <a:solidFill>
                  <a:srgbClr val="3f3f3f"/>
                </a:solidFill>
                <a:latin typeface="Calibri"/>
                <a:ea typeface="Calibri"/>
              </a:rPr>
              <a:t>Desventajas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Número bajo de respuestas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No responde a todas las preguntas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Preguntas rígidas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No se puede realizar el análisis corporal</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No se pueden aclarar respuestas incompletas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Difíciles de preparar</a:t>
            </a:r>
            <a:endParaRPr b="0" lang="es-AR" sz="2400" spc="-1" strike="noStrike">
              <a:solidFill>
                <a:srgbClr val="000000"/>
              </a:solidFill>
              <a:latin typeface="Arial"/>
            </a:endParaRPr>
          </a:p>
        </p:txBody>
      </p:sp>
      <p:sp>
        <p:nvSpPr>
          <p:cNvPr id="760" name="Google Shape;779;p117"/>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Cuestionarios</a:t>
            </a:r>
            <a:endParaRPr b="0" lang="es-AR" sz="4000" spc="-1" strike="noStrike">
              <a:solidFill>
                <a:srgbClr val="000000"/>
              </a:solidFill>
              <a:latin typeface="Arial"/>
            </a:endParaRPr>
          </a:p>
        </p:txBody>
      </p:sp>
      <p:sp>
        <p:nvSpPr>
          <p:cNvPr id="762" name="PlaceHolder 2"/>
          <p:cNvSpPr>
            <a:spLocks noGrp="1"/>
          </p:cNvSpPr>
          <p:nvPr>
            <p:ph type="sldNum" idx="81"/>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BF474F3-1795-4115-98EA-835C93E323D0}"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763"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203040">
              <a:lnSpc>
                <a:spcPct val="85000"/>
              </a:lnSpc>
              <a:buClr>
                <a:srgbClr val="c00000"/>
              </a:buClr>
              <a:buFont typeface="Arial"/>
              <a:buChar char="»"/>
            </a:pPr>
            <a:r>
              <a:rPr b="0" lang="es-ES" sz="3200" spc="-1" strike="noStrike">
                <a:solidFill>
                  <a:srgbClr val="3f3f3f"/>
                </a:solidFill>
                <a:latin typeface="Calibri"/>
                <a:ea typeface="Calibri"/>
              </a:rPr>
              <a:t>Tipos de Preguntas</a:t>
            </a:r>
            <a:endParaRPr b="0" lang="es-AR" sz="3200" spc="-1" strike="noStrike">
              <a:solidFill>
                <a:srgbClr val="000000"/>
              </a:solidFill>
              <a:latin typeface="Arial"/>
            </a:endParaRPr>
          </a:p>
          <a:p>
            <a:pPr marL="3600" indent="0">
              <a:lnSpc>
                <a:spcPct val="85000"/>
              </a:lnSpc>
              <a:spcBef>
                <a:spcPts val="451"/>
              </a:spcBef>
              <a:buNone/>
              <a:tabLst>
                <a:tab algn="l" pos="0"/>
              </a:tabLst>
            </a:pPr>
            <a:r>
              <a:rPr b="0" lang="es-ES" sz="2800" spc="-1" strike="noStrike">
                <a:solidFill>
                  <a:srgbClr val="3f3f3f"/>
                </a:solidFill>
                <a:latin typeface="Calibri"/>
                <a:ea typeface="Calibri"/>
              </a:rPr>
              <a:t> </a:t>
            </a:r>
            <a:r>
              <a:rPr b="0" lang="es-ES" sz="2800" spc="-1" strike="noStrike">
                <a:solidFill>
                  <a:srgbClr val="3f3f3f"/>
                </a:solidFill>
                <a:latin typeface="Calibri"/>
                <a:ea typeface="Calibri"/>
              </a:rPr>
              <a:t>Abiertas</a:t>
            </a:r>
            <a:endParaRPr b="0" lang="es-AR" sz="2800" spc="-1" strike="noStrike">
              <a:solidFill>
                <a:srgbClr val="000000"/>
              </a:solidFill>
              <a:latin typeface="Arial"/>
            </a:endParaRPr>
          </a:p>
          <a:p>
            <a:pPr marL="384120" indent="0">
              <a:lnSpc>
                <a:spcPct val="85000"/>
              </a:lnSpc>
              <a:spcBef>
                <a:spcPts val="451"/>
              </a:spcBef>
              <a:buNone/>
              <a:tabLst>
                <a:tab algn="l" pos="0"/>
              </a:tabLst>
            </a:pPr>
            <a:r>
              <a:rPr b="0" lang="es-ES" sz="2400" spc="-1" strike="noStrike">
                <a:solidFill>
                  <a:srgbClr val="3f3f3f"/>
                </a:solidFill>
                <a:latin typeface="Calibri"/>
                <a:ea typeface="Calibri"/>
              </a:rPr>
              <a:t>Son las que dejan abiertas todas las posibles opciones de respuesta. </a:t>
            </a:r>
            <a:endParaRPr b="0" lang="es-AR" sz="2400" spc="-1" strike="noStrike">
              <a:solidFill>
                <a:srgbClr val="000000"/>
              </a:solidFill>
              <a:latin typeface="Arial"/>
            </a:endParaRPr>
          </a:p>
          <a:p>
            <a:pPr marL="384120" indent="0">
              <a:lnSpc>
                <a:spcPct val="85000"/>
              </a:lnSpc>
              <a:spcBef>
                <a:spcPts val="451"/>
              </a:spcBef>
              <a:buNone/>
              <a:tabLst>
                <a:tab algn="l" pos="0"/>
              </a:tabLst>
            </a:pPr>
            <a:r>
              <a:rPr b="0" lang="es-ES" sz="2400" spc="-1" strike="noStrike">
                <a:solidFill>
                  <a:srgbClr val="3f3f3f"/>
                </a:solidFill>
                <a:latin typeface="Calibri"/>
                <a:ea typeface="Calibri"/>
              </a:rPr>
              <a:t>«</a:t>
            </a:r>
            <a:r>
              <a:rPr b="0" lang="es-ES" sz="2000" spc="-1" strike="noStrike">
                <a:solidFill>
                  <a:srgbClr val="3f3f3f"/>
                </a:solidFill>
                <a:latin typeface="Calibri"/>
                <a:ea typeface="Calibri"/>
              </a:rPr>
              <a:t>Describa los problemas que experimenta en la actualidad con los informes de las salidas</a:t>
            </a:r>
            <a:r>
              <a:rPr b="0" lang="es-ES" sz="2400" spc="-1" strike="noStrike">
                <a:solidFill>
                  <a:srgbClr val="3f3f3f"/>
                </a:solidFill>
                <a:latin typeface="Calibri"/>
                <a:ea typeface="Calibri"/>
              </a:rPr>
              <a:t>»,</a:t>
            </a:r>
            <a:br>
              <a:rPr sz="2400"/>
            </a:br>
            <a:r>
              <a:rPr b="0" lang="es-ES" sz="2400" spc="-1" strike="noStrike">
                <a:solidFill>
                  <a:srgbClr val="3f3f3f"/>
                </a:solidFill>
                <a:latin typeface="Calibri"/>
                <a:ea typeface="Calibri"/>
              </a:rPr>
              <a:t>«</a:t>
            </a:r>
            <a:r>
              <a:rPr b="0" lang="es-ES" sz="2000" spc="-1" strike="noStrike">
                <a:solidFill>
                  <a:srgbClr val="3f3f3f"/>
                </a:solidFill>
                <a:latin typeface="Calibri"/>
                <a:ea typeface="Calibri"/>
              </a:rPr>
              <a:t>En su opinión, ¿qué tan útiles son los manuales de usuario para la aplicación de contabilidad del sistema actual?»</a:t>
            </a:r>
            <a:endParaRPr b="0" lang="es-AR" sz="2000" spc="-1" strike="noStrike">
              <a:solidFill>
                <a:srgbClr val="000000"/>
              </a:solidFill>
              <a:latin typeface="Arial"/>
            </a:endParaRPr>
          </a:p>
          <a:p>
            <a:pPr marL="3600" indent="0">
              <a:lnSpc>
                <a:spcPct val="85000"/>
              </a:lnSpc>
              <a:spcBef>
                <a:spcPts val="451"/>
              </a:spcBef>
              <a:buNone/>
              <a:tabLst>
                <a:tab algn="l" pos="0"/>
              </a:tabLst>
            </a:pPr>
            <a:r>
              <a:rPr b="0" lang="es-ES" sz="2800" spc="-1" strike="noStrike">
                <a:solidFill>
                  <a:srgbClr val="3f3f3f"/>
                </a:solidFill>
                <a:latin typeface="Calibri"/>
                <a:ea typeface="Calibri"/>
              </a:rPr>
              <a:t> </a:t>
            </a:r>
            <a:r>
              <a:rPr b="0" lang="es-ES" sz="2800" spc="-1" strike="noStrike">
                <a:solidFill>
                  <a:srgbClr val="3f3f3f"/>
                </a:solidFill>
                <a:latin typeface="Calibri"/>
                <a:ea typeface="Calibri"/>
              </a:rPr>
              <a:t>Cerradas</a:t>
            </a:r>
            <a:endParaRPr b="0" lang="es-AR" sz="2800" spc="-1" strike="noStrike">
              <a:solidFill>
                <a:srgbClr val="000000"/>
              </a:solidFill>
              <a:latin typeface="Arial"/>
            </a:endParaRPr>
          </a:p>
          <a:p>
            <a:pPr marL="3600" indent="0">
              <a:lnSpc>
                <a:spcPct val="85000"/>
              </a:lnSpc>
              <a:spcBef>
                <a:spcPts val="451"/>
              </a:spcBef>
              <a:buNone/>
              <a:tabLst>
                <a:tab algn="l" pos="0"/>
              </a:tabLst>
            </a:pPr>
            <a:r>
              <a:rPr b="0" i="1" lang="es-ES" sz="2400" spc="-1" strike="noStrike">
                <a:solidFill>
                  <a:srgbClr val="3f3f3f"/>
                </a:solidFill>
                <a:latin typeface="Calibri"/>
                <a:ea typeface="Calibri"/>
              </a:rPr>
              <a:t>     </a:t>
            </a:r>
            <a:r>
              <a:rPr b="0" i="1" lang="es-ES" sz="2400" spc="-1" strike="noStrike">
                <a:solidFill>
                  <a:srgbClr val="3f3f3f"/>
                </a:solidFill>
                <a:latin typeface="Calibri"/>
                <a:ea typeface="Calibri"/>
              </a:rPr>
              <a:t>Limitan o cierran las opciones de respuestas disponibles</a:t>
            </a:r>
            <a:endParaRPr b="0" lang="es-AR" sz="2400" spc="-1" strike="noStrike">
              <a:solidFill>
                <a:srgbClr val="000000"/>
              </a:solidFill>
              <a:latin typeface="Arial"/>
            </a:endParaRPr>
          </a:p>
          <a:p>
            <a:pPr marL="567000" indent="0">
              <a:lnSpc>
                <a:spcPct val="85000"/>
              </a:lnSpc>
              <a:spcBef>
                <a:spcPts val="451"/>
              </a:spcBef>
              <a:buNone/>
              <a:tabLst>
                <a:tab algn="l" pos="0"/>
              </a:tabLst>
            </a:pPr>
            <a:r>
              <a:rPr b="0" lang="es-ES" sz="2000" spc="-1" strike="noStrike">
                <a:solidFill>
                  <a:srgbClr val="3f3f3f"/>
                </a:solidFill>
                <a:latin typeface="Calibri"/>
                <a:ea typeface="Calibri"/>
              </a:rPr>
              <a:t>«¿Es útil el reporte que utiliza actualmente?»   SI   NO</a:t>
            </a: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1800" spc="-1" strike="noStrike">
              <a:solidFill>
                <a:srgbClr val="000000"/>
              </a:solidFill>
              <a:latin typeface="Arial"/>
            </a:endParaRPr>
          </a:p>
        </p:txBody>
      </p:sp>
      <p:sp>
        <p:nvSpPr>
          <p:cNvPr id="764" name="Google Shape;787;p118"/>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Cuestionarios</a:t>
            </a:r>
            <a:endParaRPr b="0" lang="es-AR" sz="4000" spc="-1" strike="noStrike">
              <a:solidFill>
                <a:srgbClr val="000000"/>
              </a:solidFill>
              <a:latin typeface="Arial"/>
            </a:endParaRPr>
          </a:p>
        </p:txBody>
      </p:sp>
      <p:sp>
        <p:nvSpPr>
          <p:cNvPr id="766" name="PlaceHolder 2"/>
          <p:cNvSpPr>
            <a:spLocks noGrp="1"/>
          </p:cNvSpPr>
          <p:nvPr>
            <p:ph type="sldNum" idx="82"/>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83472B7-D07A-4021-A6EF-CA5F92C46E4C}"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grpSp>
        <p:nvGrpSpPr>
          <p:cNvPr id="767" name="Google Shape;794;p119"/>
          <p:cNvGrpSpPr/>
          <p:nvPr/>
        </p:nvGrpSpPr>
        <p:grpSpPr>
          <a:xfrm>
            <a:off x="2288880" y="1792440"/>
            <a:ext cx="7726320" cy="3415680"/>
            <a:chOff x="2288880" y="1792440"/>
            <a:chExt cx="7726320" cy="3415680"/>
          </a:xfrm>
        </p:grpSpPr>
        <p:sp>
          <p:nvSpPr>
            <p:cNvPr id="768" name="Google Shape;795;p119"/>
            <p:cNvSpPr/>
            <p:nvPr/>
          </p:nvSpPr>
          <p:spPr>
            <a:xfrm>
              <a:off x="4470840" y="2795760"/>
              <a:ext cx="2957760" cy="43128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769" name="Google Shape;796;p119"/>
            <p:cNvSpPr/>
            <p:nvPr/>
          </p:nvSpPr>
          <p:spPr>
            <a:xfrm>
              <a:off x="4507560" y="2824200"/>
              <a:ext cx="294516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Arial"/>
                  <a:ea typeface="Arial"/>
                </a:rPr>
                <a:t>Velocidad de conclusión</a:t>
              </a:r>
              <a:endParaRPr b="0" lang="es-AR" sz="1800" spc="-1" strike="noStrike">
                <a:solidFill>
                  <a:srgbClr val="000000"/>
                </a:solidFill>
                <a:latin typeface="Arial"/>
              </a:endParaRPr>
            </a:p>
          </p:txBody>
        </p:sp>
        <p:sp>
          <p:nvSpPr>
            <p:cNvPr id="770" name="Google Shape;797;p119"/>
            <p:cNvSpPr/>
            <p:nvPr/>
          </p:nvSpPr>
          <p:spPr>
            <a:xfrm>
              <a:off x="4470840" y="3328920"/>
              <a:ext cx="2957760" cy="43128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771" name="Google Shape;798;p119"/>
            <p:cNvSpPr/>
            <p:nvPr/>
          </p:nvSpPr>
          <p:spPr>
            <a:xfrm>
              <a:off x="4507560" y="3357720"/>
              <a:ext cx="294516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Arial"/>
                  <a:ea typeface="Arial"/>
                </a:rPr>
                <a:t>Naturaleza exploratoria</a:t>
              </a:r>
              <a:endParaRPr b="0" lang="es-AR" sz="1800" spc="-1" strike="noStrike">
                <a:solidFill>
                  <a:srgbClr val="000000"/>
                </a:solidFill>
                <a:latin typeface="Arial"/>
              </a:endParaRPr>
            </a:p>
          </p:txBody>
        </p:sp>
        <p:sp>
          <p:nvSpPr>
            <p:cNvPr id="772" name="Google Shape;799;p119"/>
            <p:cNvSpPr/>
            <p:nvPr/>
          </p:nvSpPr>
          <p:spPr>
            <a:xfrm>
              <a:off x="4470840" y="3710160"/>
              <a:ext cx="2957760" cy="43128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773" name="Google Shape;800;p119"/>
            <p:cNvSpPr/>
            <p:nvPr/>
          </p:nvSpPr>
          <p:spPr>
            <a:xfrm>
              <a:off x="4470840" y="4243320"/>
              <a:ext cx="2957760" cy="43128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774" name="Google Shape;801;p119"/>
            <p:cNvSpPr/>
            <p:nvPr/>
          </p:nvSpPr>
          <p:spPr>
            <a:xfrm>
              <a:off x="4507560" y="4272120"/>
              <a:ext cx="294516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Arial"/>
                  <a:ea typeface="Arial"/>
                </a:rPr>
                <a:t>Facilidad de preparación</a:t>
              </a:r>
              <a:endParaRPr b="0" lang="es-AR" sz="1800" spc="-1" strike="noStrike">
                <a:solidFill>
                  <a:srgbClr val="000000"/>
                </a:solidFill>
                <a:latin typeface="Arial"/>
              </a:endParaRPr>
            </a:p>
          </p:txBody>
        </p:sp>
        <p:sp>
          <p:nvSpPr>
            <p:cNvPr id="775" name="Google Shape;802;p119"/>
            <p:cNvSpPr/>
            <p:nvPr/>
          </p:nvSpPr>
          <p:spPr>
            <a:xfrm>
              <a:off x="4470840" y="4776840"/>
              <a:ext cx="2957760" cy="43128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776" name="Google Shape;803;p119"/>
            <p:cNvSpPr/>
            <p:nvPr/>
          </p:nvSpPr>
          <p:spPr>
            <a:xfrm>
              <a:off x="4507560" y="4805280"/>
              <a:ext cx="294516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Arial"/>
                  <a:ea typeface="Arial"/>
                </a:rPr>
                <a:t>Facilidad de Análisis</a:t>
              </a:r>
              <a:endParaRPr b="0" lang="es-AR" sz="1800" spc="-1" strike="noStrike">
                <a:solidFill>
                  <a:srgbClr val="000000"/>
                </a:solidFill>
                <a:latin typeface="Arial"/>
              </a:endParaRPr>
            </a:p>
          </p:txBody>
        </p:sp>
        <p:cxnSp>
          <p:nvCxnSpPr>
            <p:cNvPr id="777" name="Google Shape;804;p119"/>
            <p:cNvCxnSpPr/>
            <p:nvPr/>
          </p:nvCxnSpPr>
          <p:spPr>
            <a:xfrm flipH="1">
              <a:off x="3295800" y="3011400"/>
              <a:ext cx="1181520" cy="360"/>
            </a:xfrm>
            <a:prstGeom prst="straightConnector1">
              <a:avLst/>
            </a:prstGeom>
            <a:ln w="12700">
              <a:solidFill>
                <a:srgbClr val="000000"/>
              </a:solidFill>
              <a:round/>
              <a:tailEnd len="med" type="triangle" w="med"/>
            </a:ln>
          </p:spPr>
        </p:cxnSp>
        <p:cxnSp>
          <p:nvCxnSpPr>
            <p:cNvPr id="778" name="Google Shape;805;p119"/>
            <p:cNvCxnSpPr/>
            <p:nvPr/>
          </p:nvCxnSpPr>
          <p:spPr>
            <a:xfrm flipH="1">
              <a:off x="3295800" y="3544560"/>
              <a:ext cx="1181520" cy="360"/>
            </a:xfrm>
            <a:prstGeom prst="straightConnector1">
              <a:avLst/>
            </a:prstGeom>
            <a:ln w="12700">
              <a:solidFill>
                <a:srgbClr val="000000"/>
              </a:solidFill>
              <a:round/>
              <a:tailEnd len="med" type="triangle" w="med"/>
            </a:ln>
          </p:spPr>
        </p:cxnSp>
        <p:cxnSp>
          <p:nvCxnSpPr>
            <p:cNvPr id="779" name="Google Shape;806;p119"/>
            <p:cNvCxnSpPr/>
            <p:nvPr/>
          </p:nvCxnSpPr>
          <p:spPr>
            <a:xfrm flipH="1">
              <a:off x="3295800" y="3925800"/>
              <a:ext cx="1181520" cy="360"/>
            </a:xfrm>
            <a:prstGeom prst="straightConnector1">
              <a:avLst/>
            </a:prstGeom>
            <a:ln w="12700">
              <a:solidFill>
                <a:srgbClr val="000000"/>
              </a:solidFill>
              <a:round/>
              <a:tailEnd len="med" type="triangle" w="med"/>
            </a:ln>
          </p:spPr>
        </p:cxnSp>
        <p:cxnSp>
          <p:nvCxnSpPr>
            <p:cNvPr id="780" name="Google Shape;807;p119"/>
            <p:cNvCxnSpPr/>
            <p:nvPr/>
          </p:nvCxnSpPr>
          <p:spPr>
            <a:xfrm flipH="1">
              <a:off x="3295800" y="4458960"/>
              <a:ext cx="1181520" cy="360"/>
            </a:xfrm>
            <a:prstGeom prst="straightConnector1">
              <a:avLst/>
            </a:prstGeom>
            <a:ln w="12700">
              <a:solidFill>
                <a:srgbClr val="000000"/>
              </a:solidFill>
              <a:round/>
              <a:tailEnd len="med" type="triangle" w="med"/>
            </a:ln>
          </p:spPr>
        </p:cxnSp>
        <p:cxnSp>
          <p:nvCxnSpPr>
            <p:cNvPr id="781" name="Google Shape;808;p119"/>
            <p:cNvCxnSpPr/>
            <p:nvPr/>
          </p:nvCxnSpPr>
          <p:spPr>
            <a:xfrm flipH="1">
              <a:off x="3295800" y="4992480"/>
              <a:ext cx="1181520" cy="360"/>
            </a:xfrm>
            <a:prstGeom prst="straightConnector1">
              <a:avLst/>
            </a:prstGeom>
            <a:ln w="12700">
              <a:solidFill>
                <a:srgbClr val="000000"/>
              </a:solidFill>
              <a:round/>
              <a:tailEnd len="med" type="triangle" w="med"/>
            </a:ln>
          </p:spPr>
        </p:cxnSp>
        <p:cxnSp>
          <p:nvCxnSpPr>
            <p:cNvPr id="782" name="Google Shape;809;p119"/>
            <p:cNvCxnSpPr/>
            <p:nvPr/>
          </p:nvCxnSpPr>
          <p:spPr>
            <a:xfrm flipH="1">
              <a:off x="7427520" y="3011400"/>
              <a:ext cx="1181160" cy="360"/>
            </a:xfrm>
            <a:prstGeom prst="straightConnector1">
              <a:avLst/>
            </a:prstGeom>
            <a:ln w="12700">
              <a:solidFill>
                <a:srgbClr val="000000"/>
              </a:solidFill>
              <a:round/>
              <a:headEnd len="med" type="triangle" w="med"/>
            </a:ln>
          </p:spPr>
        </p:cxnSp>
        <p:cxnSp>
          <p:nvCxnSpPr>
            <p:cNvPr id="783" name="Google Shape;810;p119"/>
            <p:cNvCxnSpPr/>
            <p:nvPr/>
          </p:nvCxnSpPr>
          <p:spPr>
            <a:xfrm flipH="1">
              <a:off x="7427520" y="3544560"/>
              <a:ext cx="1181160" cy="360"/>
            </a:xfrm>
            <a:prstGeom prst="straightConnector1">
              <a:avLst/>
            </a:prstGeom>
            <a:ln w="12700">
              <a:solidFill>
                <a:srgbClr val="000000"/>
              </a:solidFill>
              <a:round/>
              <a:headEnd len="med" type="triangle" w="med"/>
            </a:ln>
          </p:spPr>
        </p:cxnSp>
        <p:cxnSp>
          <p:nvCxnSpPr>
            <p:cNvPr id="784" name="Google Shape;811;p119"/>
            <p:cNvCxnSpPr/>
            <p:nvPr/>
          </p:nvCxnSpPr>
          <p:spPr>
            <a:xfrm flipH="1">
              <a:off x="7427520" y="3925800"/>
              <a:ext cx="1181160" cy="360"/>
            </a:xfrm>
            <a:prstGeom prst="straightConnector1">
              <a:avLst/>
            </a:prstGeom>
            <a:ln w="12700">
              <a:solidFill>
                <a:srgbClr val="000000"/>
              </a:solidFill>
              <a:round/>
              <a:headEnd len="med" type="triangle" w="med"/>
            </a:ln>
          </p:spPr>
        </p:cxnSp>
        <p:cxnSp>
          <p:nvCxnSpPr>
            <p:cNvPr id="785" name="Google Shape;812;p119"/>
            <p:cNvCxnSpPr/>
            <p:nvPr/>
          </p:nvCxnSpPr>
          <p:spPr>
            <a:xfrm flipH="1">
              <a:off x="7427520" y="4458960"/>
              <a:ext cx="1181160" cy="360"/>
            </a:xfrm>
            <a:prstGeom prst="straightConnector1">
              <a:avLst/>
            </a:prstGeom>
            <a:ln w="12700">
              <a:solidFill>
                <a:srgbClr val="000000"/>
              </a:solidFill>
              <a:round/>
              <a:headEnd len="med" type="triangle" w="med"/>
            </a:ln>
          </p:spPr>
        </p:cxnSp>
        <p:cxnSp>
          <p:nvCxnSpPr>
            <p:cNvPr id="786" name="Google Shape;813;p119"/>
            <p:cNvCxnSpPr/>
            <p:nvPr/>
          </p:nvCxnSpPr>
          <p:spPr>
            <a:xfrm flipH="1">
              <a:off x="7427520" y="4992480"/>
              <a:ext cx="1181160" cy="360"/>
            </a:xfrm>
            <a:prstGeom prst="straightConnector1">
              <a:avLst/>
            </a:prstGeom>
            <a:ln w="12700">
              <a:solidFill>
                <a:srgbClr val="000000"/>
              </a:solidFill>
              <a:round/>
              <a:headEnd len="med" type="triangle" w="med"/>
            </a:ln>
          </p:spPr>
        </p:cxnSp>
        <p:sp>
          <p:nvSpPr>
            <p:cNvPr id="787" name="Google Shape;814;p119"/>
            <p:cNvSpPr/>
            <p:nvPr/>
          </p:nvSpPr>
          <p:spPr>
            <a:xfrm>
              <a:off x="2288880" y="2290680"/>
              <a:ext cx="121320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1" lang="es-ES" sz="2000" spc="-1" strike="noStrike">
                  <a:solidFill>
                    <a:schemeClr val="dk1"/>
                  </a:solidFill>
                  <a:latin typeface="Arial"/>
                  <a:ea typeface="Arial"/>
                </a:rPr>
                <a:t>Abiertas</a:t>
              </a:r>
              <a:endParaRPr b="0" lang="es-AR" sz="2000" spc="-1" strike="noStrike">
                <a:solidFill>
                  <a:srgbClr val="000000"/>
                </a:solidFill>
                <a:latin typeface="Arial"/>
              </a:endParaRPr>
            </a:p>
          </p:txBody>
        </p:sp>
        <p:sp>
          <p:nvSpPr>
            <p:cNvPr id="788" name="Google Shape;815;p119"/>
            <p:cNvSpPr/>
            <p:nvPr/>
          </p:nvSpPr>
          <p:spPr>
            <a:xfrm>
              <a:off x="2518200" y="2824200"/>
              <a:ext cx="82692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Lenta</a:t>
              </a:r>
              <a:endParaRPr b="0" lang="es-AR" sz="2000" spc="-1" strike="noStrike">
                <a:solidFill>
                  <a:srgbClr val="000000"/>
                </a:solidFill>
                <a:latin typeface="Arial"/>
              </a:endParaRPr>
            </a:p>
          </p:txBody>
        </p:sp>
        <p:sp>
          <p:nvSpPr>
            <p:cNvPr id="789" name="Google Shape;816;p119"/>
            <p:cNvSpPr/>
            <p:nvPr/>
          </p:nvSpPr>
          <p:spPr>
            <a:xfrm>
              <a:off x="8715240" y="2290680"/>
              <a:ext cx="129996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1" lang="es-ES" sz="2000" spc="-1" strike="noStrike">
                  <a:solidFill>
                    <a:schemeClr val="dk1"/>
                  </a:solidFill>
                  <a:latin typeface="Arial"/>
                  <a:ea typeface="Arial"/>
                </a:rPr>
                <a:t>Cerradas</a:t>
              </a:r>
              <a:endParaRPr b="0" lang="es-AR" sz="2000" spc="-1" strike="noStrike">
                <a:solidFill>
                  <a:srgbClr val="000000"/>
                </a:solidFill>
                <a:latin typeface="Arial"/>
              </a:endParaRPr>
            </a:p>
          </p:txBody>
        </p:sp>
        <p:sp>
          <p:nvSpPr>
            <p:cNvPr id="790" name="Google Shape;817;p119"/>
            <p:cNvSpPr/>
            <p:nvPr/>
          </p:nvSpPr>
          <p:spPr>
            <a:xfrm>
              <a:off x="4655880" y="1792440"/>
              <a:ext cx="2548440" cy="69804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2000" spc="-1" strike="noStrike">
                  <a:solidFill>
                    <a:schemeClr val="dk1"/>
                  </a:solidFill>
                  <a:latin typeface="Arial"/>
                  <a:ea typeface="Arial"/>
                </a:rPr>
                <a:t>Tipos de Preguntas</a:t>
              </a:r>
              <a:endParaRPr b="0" lang="es-AR" sz="2000" spc="-1" strike="noStrike">
                <a:solidFill>
                  <a:srgbClr val="000000"/>
                </a:solidFill>
                <a:latin typeface="Arial"/>
              </a:endParaRPr>
            </a:p>
            <a:p>
              <a:pPr algn="ctr">
                <a:lnSpc>
                  <a:spcPct val="100000"/>
                </a:lnSpc>
                <a:tabLst>
                  <a:tab algn="l" pos="0"/>
                </a:tabLst>
              </a:pPr>
              <a:endParaRPr b="0" lang="es-AR" sz="2000" spc="-1" strike="noStrike">
                <a:solidFill>
                  <a:srgbClr val="000000"/>
                </a:solidFill>
                <a:latin typeface="Arial"/>
              </a:endParaRPr>
            </a:p>
          </p:txBody>
        </p:sp>
        <p:sp>
          <p:nvSpPr>
            <p:cNvPr id="791" name="Google Shape;818;p119"/>
            <p:cNvSpPr/>
            <p:nvPr/>
          </p:nvSpPr>
          <p:spPr>
            <a:xfrm>
              <a:off x="2518200" y="3357720"/>
              <a:ext cx="62748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Alta</a:t>
              </a:r>
              <a:endParaRPr b="0" lang="es-AR" sz="2000" spc="-1" strike="noStrike">
                <a:solidFill>
                  <a:srgbClr val="000000"/>
                </a:solidFill>
                <a:latin typeface="Arial"/>
              </a:endParaRPr>
            </a:p>
          </p:txBody>
        </p:sp>
        <p:sp>
          <p:nvSpPr>
            <p:cNvPr id="792" name="Google Shape;819;p119"/>
            <p:cNvSpPr/>
            <p:nvPr/>
          </p:nvSpPr>
          <p:spPr>
            <a:xfrm>
              <a:off x="2518200" y="3738600"/>
              <a:ext cx="62748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Alta</a:t>
              </a:r>
              <a:endParaRPr b="0" lang="es-AR" sz="2000" spc="-1" strike="noStrike">
                <a:solidFill>
                  <a:srgbClr val="000000"/>
                </a:solidFill>
                <a:latin typeface="Arial"/>
              </a:endParaRPr>
            </a:p>
          </p:txBody>
        </p:sp>
        <p:sp>
          <p:nvSpPr>
            <p:cNvPr id="793" name="Google Shape;820;p119"/>
            <p:cNvSpPr/>
            <p:nvPr/>
          </p:nvSpPr>
          <p:spPr>
            <a:xfrm>
              <a:off x="2518200" y="4272120"/>
              <a:ext cx="72864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Fácil</a:t>
              </a:r>
              <a:endParaRPr b="0" lang="es-AR" sz="2000" spc="-1" strike="noStrike">
                <a:solidFill>
                  <a:srgbClr val="000000"/>
                </a:solidFill>
                <a:latin typeface="Arial"/>
              </a:endParaRPr>
            </a:p>
          </p:txBody>
        </p:sp>
        <p:sp>
          <p:nvSpPr>
            <p:cNvPr id="794" name="Google Shape;821;p119"/>
            <p:cNvSpPr/>
            <p:nvPr/>
          </p:nvSpPr>
          <p:spPr>
            <a:xfrm>
              <a:off x="2518200" y="4729320"/>
              <a:ext cx="81396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Difícil</a:t>
              </a:r>
              <a:endParaRPr b="0" lang="es-AR" sz="2000" spc="-1" strike="noStrike">
                <a:solidFill>
                  <a:srgbClr val="000000"/>
                </a:solidFill>
                <a:latin typeface="Arial"/>
              </a:endParaRPr>
            </a:p>
          </p:txBody>
        </p:sp>
        <p:sp>
          <p:nvSpPr>
            <p:cNvPr id="795" name="Google Shape;822;p119"/>
            <p:cNvSpPr/>
            <p:nvPr/>
          </p:nvSpPr>
          <p:spPr>
            <a:xfrm>
              <a:off x="8715240" y="2824200"/>
              <a:ext cx="100080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Rápida</a:t>
              </a:r>
              <a:endParaRPr b="0" lang="es-AR" sz="2000" spc="-1" strike="noStrike">
                <a:solidFill>
                  <a:srgbClr val="000000"/>
                </a:solidFill>
                <a:latin typeface="Arial"/>
              </a:endParaRPr>
            </a:p>
          </p:txBody>
        </p:sp>
        <p:sp>
          <p:nvSpPr>
            <p:cNvPr id="796" name="Google Shape;823;p119"/>
            <p:cNvSpPr/>
            <p:nvPr/>
          </p:nvSpPr>
          <p:spPr>
            <a:xfrm>
              <a:off x="8715240" y="3357720"/>
              <a:ext cx="77040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Poca</a:t>
              </a:r>
              <a:endParaRPr b="0" lang="es-AR" sz="2000" spc="-1" strike="noStrike">
                <a:solidFill>
                  <a:srgbClr val="000000"/>
                </a:solidFill>
                <a:latin typeface="Arial"/>
              </a:endParaRPr>
            </a:p>
          </p:txBody>
        </p:sp>
        <p:sp>
          <p:nvSpPr>
            <p:cNvPr id="797" name="Google Shape;824;p119"/>
            <p:cNvSpPr/>
            <p:nvPr/>
          </p:nvSpPr>
          <p:spPr>
            <a:xfrm>
              <a:off x="8715240" y="3738600"/>
              <a:ext cx="77040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Poca</a:t>
              </a:r>
              <a:endParaRPr b="0" lang="es-AR" sz="2000" spc="-1" strike="noStrike">
                <a:solidFill>
                  <a:srgbClr val="000000"/>
                </a:solidFill>
                <a:latin typeface="Arial"/>
              </a:endParaRPr>
            </a:p>
          </p:txBody>
        </p:sp>
        <p:sp>
          <p:nvSpPr>
            <p:cNvPr id="798" name="Google Shape;825;p119"/>
            <p:cNvSpPr/>
            <p:nvPr/>
          </p:nvSpPr>
          <p:spPr>
            <a:xfrm>
              <a:off x="8715240" y="4272120"/>
              <a:ext cx="81396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Difícil</a:t>
              </a:r>
              <a:endParaRPr b="0" lang="es-AR" sz="2000" spc="-1" strike="noStrike">
                <a:solidFill>
                  <a:srgbClr val="000000"/>
                </a:solidFill>
                <a:latin typeface="Arial"/>
              </a:endParaRPr>
            </a:p>
          </p:txBody>
        </p:sp>
        <p:sp>
          <p:nvSpPr>
            <p:cNvPr id="799" name="Google Shape;826;p119"/>
            <p:cNvSpPr/>
            <p:nvPr/>
          </p:nvSpPr>
          <p:spPr>
            <a:xfrm>
              <a:off x="8715240" y="4729320"/>
              <a:ext cx="728640" cy="3931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2000" spc="-1" strike="noStrike">
                  <a:solidFill>
                    <a:schemeClr val="dk1"/>
                  </a:solidFill>
                  <a:latin typeface="Arial"/>
                  <a:ea typeface="Arial"/>
                </a:rPr>
                <a:t>Fácil</a:t>
              </a:r>
              <a:endParaRPr b="0" lang="es-AR" sz="2000" spc="-1" strike="noStrike">
                <a:solidFill>
                  <a:srgbClr val="000000"/>
                </a:solidFill>
                <a:latin typeface="Arial"/>
              </a:endParaRPr>
            </a:p>
          </p:txBody>
        </p:sp>
        <p:sp>
          <p:nvSpPr>
            <p:cNvPr id="800" name="Google Shape;827;p119"/>
            <p:cNvSpPr/>
            <p:nvPr/>
          </p:nvSpPr>
          <p:spPr>
            <a:xfrm>
              <a:off x="4507560" y="3814920"/>
              <a:ext cx="294516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Arial"/>
                  <a:ea typeface="Arial"/>
                </a:rPr>
                <a:t>Amplitud y profundidad</a:t>
              </a:r>
              <a:endParaRPr b="0" lang="es-AR" sz="1800" spc="-1" strike="noStrike">
                <a:solidFill>
                  <a:srgbClr val="000000"/>
                </a:solidFill>
                <a:latin typeface="Arial"/>
              </a:endParaRPr>
            </a:p>
          </p:txBody>
        </p:sp>
      </p:grpSp>
      <p:sp>
        <p:nvSpPr>
          <p:cNvPr id="801" name="Google Shape;828;p119"/>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Cuestionarios</a:t>
            </a:r>
            <a:endParaRPr b="0" lang="es-AR" sz="4000" spc="-1" strike="noStrike">
              <a:solidFill>
                <a:srgbClr val="000000"/>
              </a:solidFill>
              <a:latin typeface="Arial"/>
            </a:endParaRPr>
          </a:p>
        </p:txBody>
      </p:sp>
      <p:sp>
        <p:nvSpPr>
          <p:cNvPr id="803" name="PlaceHolder 2"/>
          <p:cNvSpPr>
            <a:spLocks noGrp="1"/>
          </p:cNvSpPr>
          <p:nvPr>
            <p:ph type="sldNum" idx="83"/>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8430DE69-6847-4630-9662-A482299BC258}"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804" name="PlaceHolder 3"/>
          <p:cNvSpPr>
            <a:spLocks noGrp="1"/>
          </p:cNvSpPr>
          <p:nvPr>
            <p:ph/>
          </p:nvPr>
        </p:nvSpPr>
        <p:spPr>
          <a:xfrm>
            <a:off x="626040" y="1902600"/>
            <a:ext cx="9832320" cy="4478400"/>
          </a:xfrm>
          <a:prstGeom prst="rect">
            <a:avLst/>
          </a:prstGeom>
          <a:noFill/>
          <a:ln w="0">
            <a:noFill/>
          </a:ln>
        </p:spPr>
        <p:txBody>
          <a:bodyPr anchor="t">
            <a:noAutofit/>
          </a:bodyPr>
          <a:p>
            <a:pPr marL="68760" indent="-203040">
              <a:lnSpc>
                <a:spcPct val="85000"/>
              </a:lnSpc>
              <a:buClr>
                <a:srgbClr val="c00000"/>
              </a:buClr>
              <a:buFont typeface="Arial"/>
              <a:buChar char="»"/>
            </a:pPr>
            <a:r>
              <a:rPr b="0" lang="es-ES" sz="3200" spc="-1" strike="noStrike">
                <a:solidFill>
                  <a:srgbClr val="3f3f3f"/>
                </a:solidFill>
                <a:latin typeface="Calibri"/>
                <a:ea typeface="Calibri"/>
              </a:rPr>
              <a:t>Tipo de información obtenida</a:t>
            </a:r>
            <a:endParaRPr b="0" lang="es-AR" sz="32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Actitud</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Lo que las personas dicen que quieren</a:t>
            </a:r>
            <a:r>
              <a:rPr b="0" lang="es-ES" sz="2400" spc="-1" strike="noStrike">
                <a:solidFill>
                  <a:srgbClr val="3f3f3f"/>
                </a:solidFill>
                <a:latin typeface="Calibri"/>
                <a:ea typeface="Calibri"/>
              </a:rPr>
              <a:t>	</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Creencias</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Lo que las personas creen que es verdad</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Comportamiento</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Lo que realmente hacen</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Características</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De las personas o cosas</a:t>
            </a:r>
            <a:endParaRPr b="0" lang="es-AR" sz="2400" spc="-1" strike="noStrike">
              <a:solidFill>
                <a:srgbClr val="000000"/>
              </a:solidFill>
              <a:latin typeface="Arial"/>
            </a:endParaRPr>
          </a:p>
        </p:txBody>
      </p:sp>
      <p:sp>
        <p:nvSpPr>
          <p:cNvPr id="805" name="Google Shape;836;p120"/>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Cuestionarios</a:t>
            </a:r>
            <a:endParaRPr b="0" lang="es-AR" sz="4000" spc="-1" strike="noStrike">
              <a:solidFill>
                <a:srgbClr val="000000"/>
              </a:solidFill>
              <a:latin typeface="Arial"/>
            </a:endParaRPr>
          </a:p>
        </p:txBody>
      </p:sp>
      <p:sp>
        <p:nvSpPr>
          <p:cNvPr id="807" name="PlaceHolder 2"/>
          <p:cNvSpPr>
            <a:spLocks noGrp="1"/>
          </p:cNvSpPr>
          <p:nvPr>
            <p:ph type="sldNum" idx="84"/>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36BD8D9-110D-4914-BAC1-3EF244C9D0CC}"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808"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203040">
              <a:lnSpc>
                <a:spcPct val="85000"/>
              </a:lnSpc>
              <a:buClr>
                <a:srgbClr val="c00000"/>
              </a:buClr>
              <a:buFont typeface="Arial"/>
              <a:buChar char="»"/>
            </a:pPr>
            <a:r>
              <a:rPr b="0" lang="es-ES" sz="3200" spc="-1" strike="noStrike">
                <a:solidFill>
                  <a:srgbClr val="3f3f3f"/>
                </a:solidFill>
                <a:latin typeface="Calibri"/>
                <a:ea typeface="Calibri"/>
              </a:rPr>
              <a:t>Cuándo usar Cuestionarios</a:t>
            </a:r>
            <a:endParaRPr b="0" lang="es-AR" sz="32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Las personas están dispersas geográficamente</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Diferentes oficinas o ciudades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Muchas  personas involucradas </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Clientes o usuarios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Queremos obtener opiniones generales </a:t>
            </a:r>
            <a:endParaRPr b="0" lang="es-AR" sz="28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Queremos identificar problemas generales</a:t>
            </a:r>
            <a:endParaRPr b="0" lang="es-AR" sz="2800" spc="-1" strike="noStrike">
              <a:solidFill>
                <a:srgbClr val="000000"/>
              </a:solidFill>
              <a:latin typeface="Arial"/>
            </a:endParaRPr>
          </a:p>
        </p:txBody>
      </p:sp>
      <p:sp>
        <p:nvSpPr>
          <p:cNvPr id="809" name="Google Shape;844;p121"/>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timing>
    <p:tnLst>
      <p:par>
        <p:cTn id="379" dur="indefinite" restart="never" nodeType="tmRoot">
          <p:childTnLst>
            <p:seq>
              <p:cTn id="380" dur="indefinite" nodeType="mainSeq">
                <p:childTnLst>
                  <p:par>
                    <p:cTn id="381" fill="hold">
                      <p:stCondLst>
                        <p:cond delay="indefinite"/>
                      </p:stCondLst>
                      <p:childTnLst>
                        <p:par>
                          <p:cTn id="382" fill="hold">
                            <p:stCondLst>
                              <p:cond delay="0"/>
                            </p:stCondLst>
                            <p:childTnLst>
                              <p:par>
                                <p:cTn id="383" nodeType="clickEffect" fill="hold" presetClass="entr" presetID="1">
                                  <p:stCondLst>
                                    <p:cond delay="0"/>
                                  </p:stCondLst>
                                  <p:childTnLst>
                                    <p:set>
                                      <p:cBhvr>
                                        <p:cTn id="384" dur="1" fill="hold">
                                          <p:stCondLst>
                                            <p:cond delay="0"/>
                                          </p:stCondLst>
                                        </p:cTn>
                                        <p:tgtEl>
                                          <p:spTgt spid="808">
                                            <p:txEl>
                                              <p:pRg st="1" end="1"/>
                                            </p:txEl>
                                          </p:spTgt>
                                        </p:tgtEl>
                                        <p:attrNameLst>
                                          <p:attrName>style.visibility</p:attrName>
                                        </p:attrNameLst>
                                      </p:cBhvr>
                                      <p:to>
                                        <p:strVal val="visible"/>
                                      </p:to>
                                    </p:set>
                                  </p:childTnLst>
                                </p:cTn>
                              </p:par>
                              <p:par>
                                <p:cTn id="385" nodeType="withEffect" fill="hold" presetClass="entr" presetID="1">
                                  <p:stCondLst>
                                    <p:cond delay="0"/>
                                  </p:stCondLst>
                                  <p:childTnLst>
                                    <p:set>
                                      <p:cBhvr>
                                        <p:cTn id="386" dur="1" fill="hold">
                                          <p:stCondLst>
                                            <p:cond delay="0"/>
                                          </p:stCondLst>
                                        </p:cTn>
                                        <p:tgtEl>
                                          <p:spTgt spid="808">
                                            <p:txEl>
                                              <p:pRg st="2" end="2"/>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nodeType="clickEffect" fill="hold" presetClass="entr" presetID="1">
                                  <p:stCondLst>
                                    <p:cond delay="0"/>
                                  </p:stCondLst>
                                  <p:childTnLst>
                                    <p:set>
                                      <p:cBhvr>
                                        <p:cTn id="390" dur="1" fill="hold">
                                          <p:stCondLst>
                                            <p:cond delay="0"/>
                                          </p:stCondLst>
                                        </p:cTn>
                                        <p:tgtEl>
                                          <p:spTgt spid="808">
                                            <p:txEl>
                                              <p:pRg st="3" end="3"/>
                                            </p:txEl>
                                          </p:spTgt>
                                        </p:tgtEl>
                                        <p:attrNameLst>
                                          <p:attrName>style.visibility</p:attrName>
                                        </p:attrNameLst>
                                      </p:cBhvr>
                                      <p:to>
                                        <p:strVal val="visible"/>
                                      </p:to>
                                    </p:set>
                                  </p:childTnLst>
                                </p:cTn>
                              </p:par>
                              <p:par>
                                <p:cTn id="391" nodeType="withEffect" fill="hold" presetClass="entr" presetID="1">
                                  <p:stCondLst>
                                    <p:cond delay="0"/>
                                  </p:stCondLst>
                                  <p:childTnLst>
                                    <p:set>
                                      <p:cBhvr>
                                        <p:cTn id="392" dur="1" fill="hold">
                                          <p:stCondLst>
                                            <p:cond delay="0"/>
                                          </p:stCondLst>
                                        </p:cTn>
                                        <p:tgtEl>
                                          <p:spTgt spid="808">
                                            <p:txEl>
                                              <p:pRg st="4" end="4"/>
                                            </p:txEl>
                                          </p:spTgt>
                                        </p:tgtEl>
                                        <p:attrNameLst>
                                          <p:attrName>style.visibility</p:attrName>
                                        </p:attrNameLst>
                                      </p:cBhvr>
                                      <p:to>
                                        <p:strVal val="visible"/>
                                      </p:to>
                                    </p:set>
                                  </p:childTnLst>
                                </p:cTn>
                              </p:par>
                            </p:childTnLst>
                          </p:cTn>
                        </p:par>
                      </p:childTnLst>
                    </p:cTn>
                  </p:par>
                  <p:par>
                    <p:cTn id="393" fill="hold">
                      <p:stCondLst>
                        <p:cond delay="indefinite"/>
                      </p:stCondLst>
                      <p:childTnLst>
                        <p:par>
                          <p:cTn id="394" fill="hold">
                            <p:stCondLst>
                              <p:cond delay="0"/>
                            </p:stCondLst>
                            <p:childTnLst>
                              <p:par>
                                <p:cTn id="395" nodeType="clickEffect" fill="hold" presetClass="entr" presetID="1">
                                  <p:stCondLst>
                                    <p:cond delay="0"/>
                                  </p:stCondLst>
                                  <p:childTnLst>
                                    <p:set>
                                      <p:cBhvr>
                                        <p:cTn id="396" dur="1" fill="hold">
                                          <p:stCondLst>
                                            <p:cond delay="0"/>
                                          </p:stCondLst>
                                        </p:cTn>
                                        <p:tgtEl>
                                          <p:spTgt spid="808">
                                            <p:txEl>
                                              <p:pRg st="5" end="5"/>
                                            </p:txEl>
                                          </p:spTgt>
                                        </p:tgtEl>
                                        <p:attrNameLst>
                                          <p:attrName>style.visibility</p:attrName>
                                        </p:attrNameLst>
                                      </p:cBhvr>
                                      <p:to>
                                        <p:strVal val="visible"/>
                                      </p:to>
                                    </p:set>
                                  </p:childTnLst>
                                </p:cTn>
                              </p:par>
                            </p:childTnLst>
                          </p:cTn>
                        </p:par>
                      </p:childTnLst>
                    </p:cTn>
                  </p:par>
                  <p:par>
                    <p:cTn id="397" fill="hold">
                      <p:stCondLst>
                        <p:cond delay="indefinite"/>
                      </p:stCondLst>
                      <p:childTnLst>
                        <p:par>
                          <p:cTn id="398" fill="hold">
                            <p:stCondLst>
                              <p:cond delay="0"/>
                            </p:stCondLst>
                            <p:childTnLst>
                              <p:par>
                                <p:cTn id="399" nodeType="clickEffect" fill="hold" presetClass="entr" presetID="1">
                                  <p:stCondLst>
                                    <p:cond delay="0"/>
                                  </p:stCondLst>
                                  <p:childTnLst>
                                    <p:set>
                                      <p:cBhvr>
                                        <p:cTn id="400" dur="1" fill="hold">
                                          <p:stCondLst>
                                            <p:cond delay="0"/>
                                          </p:stCondLst>
                                        </p:cTn>
                                        <p:tgtEl>
                                          <p:spTgt spid="808">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0" name="Google Shape;849;p122" descr="http://www.latitudperiodico.com.ar/imagenes/dibujito_entrevistas.jpg"/>
          <p:cNvPicPr/>
          <p:nvPr/>
        </p:nvPicPr>
        <p:blipFill>
          <a:blip r:embed="rId1"/>
          <a:stretch/>
        </p:blipFill>
        <p:spPr>
          <a:xfrm>
            <a:off x="8391600" y="3992400"/>
            <a:ext cx="2828520" cy="2133360"/>
          </a:xfrm>
          <a:prstGeom prst="rect">
            <a:avLst/>
          </a:prstGeom>
          <a:ln w="0">
            <a:noFill/>
          </a:ln>
          <a:effectLst>
            <a:outerShdw algn="tl" blurRad="291960" dir="2700000" dist="139498" rotWithShape="0">
              <a:srgbClr val="333333">
                <a:alpha val="62000"/>
              </a:srgbClr>
            </a:outerShdw>
          </a:effectLst>
        </p:spPr>
      </p:pic>
      <p:sp>
        <p:nvSpPr>
          <p:cNvPr id="811"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812" name="PlaceHolder 2"/>
          <p:cNvSpPr>
            <a:spLocks noGrp="1"/>
          </p:cNvSpPr>
          <p:nvPr>
            <p:ph type="sldNum" idx="85"/>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C870E04C-1E24-409D-BF34-5D43F912B24C}"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813"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177840">
              <a:lnSpc>
                <a:spcPct val="85000"/>
              </a:lnSpc>
              <a:buClr>
                <a:srgbClr val="c00000"/>
              </a:buClr>
              <a:buFont typeface="Arial"/>
              <a:buChar char="»"/>
            </a:pPr>
            <a:r>
              <a:rPr b="0" lang="es-ES" sz="2800" spc="-1" strike="noStrike">
                <a:solidFill>
                  <a:srgbClr val="3f3f3f"/>
                </a:solidFill>
                <a:latin typeface="Calibri"/>
                <a:ea typeface="Calibri"/>
              </a:rPr>
              <a:t>Técnica de exploración mediante la cual el analista de sistemas recolecta información de las personas a través de la interacción cara a cara.</a:t>
            </a:r>
            <a:endParaRPr b="0" lang="es-AR" sz="2800" spc="-1" strike="noStrike">
              <a:solidFill>
                <a:srgbClr val="000000"/>
              </a:solidFill>
              <a:latin typeface="Arial"/>
            </a:endParaRPr>
          </a:p>
          <a:p>
            <a:pPr marL="68760" indent="-177840">
              <a:lnSpc>
                <a:spcPct val="85000"/>
              </a:lnSpc>
              <a:spcBef>
                <a:spcPts val="975"/>
              </a:spcBef>
              <a:buClr>
                <a:srgbClr val="c00000"/>
              </a:buClr>
              <a:buFont typeface="Arial"/>
              <a:buChar char="»"/>
            </a:pPr>
            <a:r>
              <a:rPr b="0" lang="es-ES" sz="2800" spc="-1" strike="noStrike">
                <a:solidFill>
                  <a:srgbClr val="3f3f3f"/>
                </a:solidFill>
                <a:latin typeface="Calibri"/>
                <a:ea typeface="Calibri"/>
              </a:rPr>
              <a:t>Es una conversación con un propósito específico, que se basa en un formato de preguntas y respuestas en general.</a:t>
            </a:r>
            <a:endParaRPr b="0" lang="es-AR" sz="2800" spc="-1" strike="noStrike">
              <a:solidFill>
                <a:srgbClr val="000000"/>
              </a:solidFill>
              <a:latin typeface="Arial"/>
            </a:endParaRPr>
          </a:p>
          <a:p>
            <a:pPr marL="68760" indent="-177840">
              <a:lnSpc>
                <a:spcPct val="85000"/>
              </a:lnSpc>
              <a:spcBef>
                <a:spcPts val="975"/>
              </a:spcBef>
              <a:buClr>
                <a:srgbClr val="c00000"/>
              </a:buClr>
              <a:buFont typeface="Arial"/>
              <a:buChar char="»"/>
            </a:pPr>
            <a:r>
              <a:rPr b="0" lang="es-ES" sz="2800" spc="-1" strike="noStrike">
                <a:solidFill>
                  <a:srgbClr val="3f3f3f"/>
                </a:solidFill>
                <a:latin typeface="Calibri"/>
                <a:ea typeface="Calibri"/>
              </a:rPr>
              <a:t>Conocer opiniones y sentimientos del entrevistado.</a:t>
            </a:r>
            <a:endParaRPr b="0" lang="es-AR" sz="2800" spc="-1" strike="noStrike">
              <a:solidFill>
                <a:srgbClr val="000000"/>
              </a:solidFill>
              <a:latin typeface="Arial"/>
            </a:endParaRPr>
          </a:p>
        </p:txBody>
      </p:sp>
      <p:sp>
        <p:nvSpPr>
          <p:cNvPr id="814" name="Google Shape;853;p122"/>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5" name="PlaceHolder 1"/>
          <p:cNvSpPr>
            <a:spLocks noGrp="1"/>
          </p:cNvSpPr>
          <p:nvPr>
            <p:ph type="sldNum" idx="86"/>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71D3F45-03C3-415A-9229-DBC74C51F872}"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816" name="PlaceHolder 2"/>
          <p:cNvSpPr>
            <a:spLocks noGrp="1"/>
          </p:cNvSpPr>
          <p:nvPr>
            <p:ph/>
          </p:nvPr>
        </p:nvSpPr>
        <p:spPr>
          <a:xfrm>
            <a:off x="626040" y="1902600"/>
            <a:ext cx="9832320" cy="4478400"/>
          </a:xfrm>
          <a:prstGeom prst="rect">
            <a:avLst/>
          </a:prstGeom>
          <a:noFill/>
          <a:ln w="0">
            <a:noFill/>
          </a:ln>
        </p:spPr>
        <p:txBody>
          <a:bodyPr anchor="t">
            <a:normAutofit/>
          </a:bodyPr>
          <a:p>
            <a:pPr marL="68760" indent="-127080">
              <a:lnSpc>
                <a:spcPct val="85000"/>
              </a:lnSpc>
              <a:buClr>
                <a:srgbClr val="c00000"/>
              </a:buClr>
              <a:buFont typeface="Arial"/>
              <a:buChar char="»"/>
            </a:pPr>
            <a:r>
              <a:rPr b="0" lang="es-ES" sz="2000" spc="-1" strike="noStrike">
                <a:solidFill>
                  <a:srgbClr val="3f3f3f"/>
                </a:solidFill>
                <a:latin typeface="Calibri"/>
                <a:ea typeface="Calibri"/>
              </a:rPr>
              <a:t>Tipo de información obtenida</a:t>
            </a:r>
            <a:endParaRPr b="0" lang="es-AR" sz="2000" spc="-1" strike="noStrike">
              <a:solidFill>
                <a:srgbClr val="000000"/>
              </a:solidFill>
              <a:latin typeface="Arial"/>
            </a:endParaRPr>
          </a:p>
        </p:txBody>
      </p:sp>
      <p:graphicFrame>
        <p:nvGraphicFramePr>
          <p:cNvPr id="817" name="Google Shape;860;p123"/>
          <p:cNvGraphicFramePr/>
          <p:nvPr/>
        </p:nvGraphicFramePr>
        <p:xfrm>
          <a:off x="5661720" y="2952720"/>
          <a:ext cx="4434480" cy="3190680"/>
        </p:xfrm>
        <a:graphic>
          <a:graphicData uri="http://schemas.openxmlformats.org/presentationml/2006/ole">
            <p:oleObj r:id="rId1" spid="">
              <p:embed/>
              <p:pic>
                <p:nvPicPr>
                  <p:cNvPr id="818" name="Google Shape;860;p123" descr=""/>
                  <p:cNvPicPr/>
                  <p:nvPr/>
                </p:nvPicPr>
                <p:blipFill>
                  <a:blip r:embed="rId2"/>
                  <a:stretch/>
                </p:blipFill>
                <p:spPr>
                  <a:xfrm>
                    <a:off x="5661720" y="2952720"/>
                    <a:ext cx="4434480" cy="3190680"/>
                  </a:xfrm>
                  <a:prstGeom prst="rect">
                    <a:avLst/>
                  </a:prstGeom>
                  <a:ln w="0">
                    <a:noFill/>
                  </a:ln>
                </p:spPr>
              </p:pic>
            </p:oleObj>
          </a:graphicData>
        </a:graphic>
      </p:graphicFrame>
      <p:sp>
        <p:nvSpPr>
          <p:cNvPr id="819" name="Google Shape;861;p123"/>
          <p:cNvSpPr/>
          <p:nvPr/>
        </p:nvSpPr>
        <p:spPr>
          <a:xfrm>
            <a:off x="5924160" y="3576960"/>
            <a:ext cx="1217160" cy="5144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1" lang="es-ES" sz="1400" spc="-1" strike="noStrike">
                <a:solidFill>
                  <a:schemeClr val="dk1"/>
                </a:solidFill>
                <a:latin typeface="Calibri"/>
                <a:ea typeface="Calibri"/>
              </a:rPr>
              <a:t>OPINIONES</a:t>
            </a:r>
            <a:endParaRPr b="0" lang="es-AR" sz="1400" spc="-1" strike="noStrike">
              <a:solidFill>
                <a:srgbClr val="000000"/>
              </a:solidFill>
              <a:latin typeface="Arial"/>
            </a:endParaRPr>
          </a:p>
        </p:txBody>
      </p:sp>
      <p:sp>
        <p:nvSpPr>
          <p:cNvPr id="820" name="Google Shape;862;p123"/>
          <p:cNvSpPr/>
          <p:nvPr/>
        </p:nvSpPr>
        <p:spPr>
          <a:xfrm>
            <a:off x="7595640" y="4919400"/>
            <a:ext cx="1633320" cy="5144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1" lang="es-ES" sz="1400" spc="-1" strike="noStrike">
                <a:solidFill>
                  <a:schemeClr val="dk1"/>
                </a:solidFill>
                <a:latin typeface="Calibri"/>
                <a:ea typeface="Calibri"/>
              </a:rPr>
              <a:t>SENTIMIENTOS</a:t>
            </a:r>
            <a:endParaRPr b="0" lang="es-AR" sz="1400" spc="-1" strike="noStrike">
              <a:solidFill>
                <a:srgbClr val="000000"/>
              </a:solidFill>
              <a:latin typeface="Arial"/>
            </a:endParaRPr>
          </a:p>
        </p:txBody>
      </p:sp>
      <p:sp>
        <p:nvSpPr>
          <p:cNvPr id="821" name="Google Shape;863;p123"/>
          <p:cNvSpPr/>
          <p:nvPr/>
        </p:nvSpPr>
        <p:spPr>
          <a:xfrm>
            <a:off x="7650360" y="3663720"/>
            <a:ext cx="1453680" cy="30132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1" lang="es-ES" sz="1400" spc="-1" strike="noStrike">
                <a:solidFill>
                  <a:schemeClr val="dk1"/>
                </a:solidFill>
                <a:latin typeface="Calibri"/>
                <a:ea typeface="Calibri"/>
              </a:rPr>
              <a:t>OBJETIVOS</a:t>
            </a:r>
            <a:endParaRPr b="0" lang="es-AR" sz="1400" spc="-1" strike="noStrike">
              <a:solidFill>
                <a:srgbClr val="000000"/>
              </a:solidFill>
              <a:latin typeface="Arial"/>
            </a:endParaRPr>
          </a:p>
        </p:txBody>
      </p:sp>
      <p:sp>
        <p:nvSpPr>
          <p:cNvPr id="822" name="Google Shape;864;p123"/>
          <p:cNvSpPr/>
          <p:nvPr/>
        </p:nvSpPr>
        <p:spPr>
          <a:xfrm>
            <a:off x="5738040" y="4811760"/>
            <a:ext cx="1617480" cy="5144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1" lang="es-ES" sz="1400" spc="-1" strike="noStrike">
                <a:solidFill>
                  <a:schemeClr val="dk1"/>
                </a:solidFill>
                <a:latin typeface="Calibri"/>
                <a:ea typeface="Calibri"/>
              </a:rPr>
              <a:t>PROCEDIM. INFORMALES</a:t>
            </a:r>
            <a:endParaRPr b="0" lang="es-AR" sz="1400" spc="-1" strike="noStrike">
              <a:solidFill>
                <a:srgbClr val="000000"/>
              </a:solidFill>
              <a:latin typeface="Arial"/>
            </a:endParaRPr>
          </a:p>
        </p:txBody>
      </p:sp>
      <p:sp>
        <p:nvSpPr>
          <p:cNvPr id="823" name="Google Shape;865;p123"/>
          <p:cNvSpPr/>
          <p:nvPr/>
        </p:nvSpPr>
        <p:spPr>
          <a:xfrm>
            <a:off x="3011760" y="2493000"/>
            <a:ext cx="2385360" cy="2952000"/>
          </a:xfrm>
          <a:prstGeom prst="curvedRightArrow">
            <a:avLst>
              <a:gd name="adj1" fmla="val 24776"/>
              <a:gd name="adj2" fmla="val 65185"/>
              <a:gd name="adj3" fmla="val 33333"/>
            </a:avLst>
          </a:prstGeom>
          <a:solidFill>
            <a:schemeClr val="accent2"/>
          </a:solidFill>
          <a:ln w="9525">
            <a:solidFill>
              <a:srgbClr val="000000"/>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824" name="Google Shape;866;p123"/>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825" name="PlaceHolder 3"/>
          <p:cNvSpPr>
            <a:spLocks noGrp="1"/>
          </p:cNvSpPr>
          <p:nvPr>
            <p:ph type="title"/>
          </p:nvPr>
        </p:nvSpPr>
        <p:spPr>
          <a:xfrm>
            <a:off x="648000" y="116640"/>
            <a:ext cx="10815840" cy="1128960"/>
          </a:xfrm>
          <a:prstGeom prst="rect">
            <a:avLst/>
          </a:prstGeom>
          <a:noFill/>
          <a:ln w="0">
            <a:noFill/>
          </a:ln>
        </p:spPr>
        <p:txBody>
          <a:bodyPr anchor="b">
            <a:normAutofit/>
          </a:bodyPr>
          <a:p>
            <a:pPr indent="0">
              <a:buNone/>
            </a:pPr>
            <a:endParaRPr b="0" lang="es-AR" sz="3000" spc="-1" strike="noStrike">
              <a:solidFill>
                <a:srgbClr val="3f3f3f"/>
              </a:solidFill>
              <a:latin typeface="Calibri"/>
              <a:ea typeface="Calibri"/>
            </a:endParaRPr>
          </a:p>
        </p:txBody>
      </p:sp>
      <p:sp>
        <p:nvSpPr>
          <p:cNvPr id="826" name="Google Shape;868;p123"/>
          <p:cNvSpPr/>
          <p:nvPr/>
        </p:nvSpPr>
        <p:spPr>
          <a:xfrm>
            <a:off x="626040" y="643320"/>
            <a:ext cx="10815840" cy="1128960"/>
          </a:xfrm>
          <a:prstGeom prst="rect">
            <a:avLst/>
          </a:prstGeom>
          <a:noFill/>
          <a:ln w="0">
            <a:noFill/>
          </a:ln>
        </p:spPr>
        <p:style>
          <a:lnRef idx="0"/>
          <a:fillRef idx="0"/>
          <a:effectRef idx="0"/>
          <a:fontRef idx="minor"/>
        </p:style>
        <p:txBody>
          <a:bodyPr anchor="ctr">
            <a:normAutofit/>
          </a:bodyPr>
          <a:p>
            <a:pPr>
              <a:lnSpc>
                <a:spcPct val="85000"/>
              </a:lnSpc>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Tree>
  </p:cSld>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type="sldNum" idx="87"/>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36A7FF02-3E4C-4DF5-BFDE-6CC0F38789BD}"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828" name="PlaceHolder 2"/>
          <p:cNvSpPr>
            <a:spLocks noGrp="1"/>
          </p:cNvSpPr>
          <p:nvPr>
            <p:ph/>
          </p:nvPr>
        </p:nvSpPr>
        <p:spPr>
          <a:xfrm>
            <a:off x="626040" y="1902600"/>
            <a:ext cx="10918080" cy="4478400"/>
          </a:xfrm>
          <a:prstGeom prst="rect">
            <a:avLst/>
          </a:prstGeom>
          <a:noFill/>
          <a:ln w="0">
            <a:noFill/>
          </a:ln>
        </p:spPr>
        <p:txBody>
          <a:bodyPr anchor="t">
            <a:normAutofit/>
          </a:bodyPr>
          <a:p>
            <a:pPr marL="68760" indent="-190440">
              <a:lnSpc>
                <a:spcPct val="75000"/>
              </a:lnSpc>
              <a:buClr>
                <a:srgbClr val="c00000"/>
              </a:buClr>
              <a:buFont typeface="Arial"/>
              <a:buChar char="»"/>
            </a:pPr>
            <a:r>
              <a:rPr b="0" lang="es-ES" sz="3000" spc="-1" strike="noStrike">
                <a:solidFill>
                  <a:srgbClr val="3f3f3f"/>
                </a:solidFill>
                <a:latin typeface="Calibri"/>
                <a:ea typeface="Calibri"/>
              </a:rPr>
              <a:t>Ventajas</a:t>
            </a:r>
            <a:endParaRPr b="0" lang="es-AR" sz="30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600" spc="-1" strike="noStrike">
                <a:solidFill>
                  <a:srgbClr val="3f3f3f"/>
                </a:solidFill>
                <a:latin typeface="Calibri"/>
                <a:ea typeface="Calibri"/>
              </a:rPr>
              <a:t>El entrevistado se siente incluido en el proyecto</a:t>
            </a:r>
            <a:endParaRPr b="0" lang="es-AR" sz="26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600" spc="-1" strike="noStrike">
                <a:solidFill>
                  <a:srgbClr val="3f3f3f"/>
                </a:solidFill>
                <a:latin typeface="Calibri"/>
                <a:ea typeface="Calibri"/>
              </a:rPr>
              <a:t>Es posible obtener una retroalimentación del encuestado</a:t>
            </a:r>
            <a:endParaRPr b="0" lang="es-AR" sz="26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600" spc="-1" strike="noStrike">
                <a:solidFill>
                  <a:srgbClr val="3f3f3f"/>
                </a:solidFill>
                <a:latin typeface="Calibri"/>
                <a:ea typeface="Calibri"/>
              </a:rPr>
              <a:t>Es posible adaptar las preguntas de acuerdo al entrevistado</a:t>
            </a:r>
            <a:endParaRPr b="0" lang="es-AR" sz="26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600" spc="-1" strike="noStrike">
                <a:solidFill>
                  <a:srgbClr val="3f3f3f"/>
                </a:solidFill>
                <a:latin typeface="Calibri"/>
                <a:ea typeface="Calibri"/>
              </a:rPr>
              <a:t>Información no verbal observando las acciones y expresiones del entrevistado</a:t>
            </a:r>
            <a:endParaRPr b="0" lang="es-AR" sz="2600" spc="-1" strike="noStrike">
              <a:solidFill>
                <a:srgbClr val="000000"/>
              </a:solidFill>
              <a:latin typeface="Arial"/>
            </a:endParaRPr>
          </a:p>
          <a:p>
            <a:pPr marL="68760" indent="-190440">
              <a:lnSpc>
                <a:spcPct val="75000"/>
              </a:lnSpc>
              <a:spcBef>
                <a:spcPts val="975"/>
              </a:spcBef>
              <a:buClr>
                <a:srgbClr val="c00000"/>
              </a:buClr>
              <a:buFont typeface="Arial"/>
              <a:buChar char="»"/>
            </a:pPr>
            <a:r>
              <a:rPr b="0" lang="es-ES" sz="3000" spc="-1" strike="noStrike">
                <a:solidFill>
                  <a:srgbClr val="3f3f3f"/>
                </a:solidFill>
                <a:latin typeface="Calibri"/>
                <a:ea typeface="Calibri"/>
              </a:rPr>
              <a:t>Desventaja</a:t>
            </a:r>
            <a:endParaRPr b="0" lang="es-AR" sz="30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600" spc="-1" strike="noStrike">
                <a:solidFill>
                  <a:srgbClr val="3f3f3f"/>
                </a:solidFill>
                <a:latin typeface="Calibri"/>
                <a:ea typeface="Calibri"/>
              </a:rPr>
              <a:t>Costosas</a:t>
            </a:r>
            <a:endParaRPr b="0" lang="es-AR" sz="26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600" spc="-1" strike="noStrike">
                <a:solidFill>
                  <a:srgbClr val="3f3f3f"/>
                </a:solidFill>
                <a:latin typeface="Calibri"/>
                <a:ea typeface="Calibri"/>
              </a:rPr>
              <a:t>Tiempo y recursos humanos</a:t>
            </a:r>
            <a:endParaRPr b="0" lang="es-AR" sz="26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600" spc="-1" strike="noStrike">
                <a:solidFill>
                  <a:srgbClr val="3f3f3f"/>
                </a:solidFill>
                <a:latin typeface="Calibri"/>
                <a:ea typeface="Calibri"/>
              </a:rPr>
              <a:t>Las entrevistas dependen en gran parte de las habilidades del entrevistador</a:t>
            </a:r>
            <a:endParaRPr b="0" lang="es-AR" sz="26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600" spc="-1" strike="noStrike">
                <a:solidFill>
                  <a:srgbClr val="3f3f3f"/>
                </a:solidFill>
                <a:latin typeface="Calibri"/>
                <a:ea typeface="Calibri"/>
              </a:rPr>
              <a:t>No aplicable a distancia</a:t>
            </a:r>
            <a:endParaRPr b="0" lang="es-AR" sz="2600" spc="-1" strike="noStrike">
              <a:solidFill>
                <a:srgbClr val="000000"/>
              </a:solidFill>
              <a:latin typeface="Arial"/>
            </a:endParaRPr>
          </a:p>
        </p:txBody>
      </p:sp>
      <p:sp>
        <p:nvSpPr>
          <p:cNvPr id="829" name="Google Shape;875;p124"/>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830" name="Google Shape;876;p124"/>
          <p:cNvSpPr/>
          <p:nvPr/>
        </p:nvSpPr>
        <p:spPr>
          <a:xfrm>
            <a:off x="884880" y="599760"/>
            <a:ext cx="10815840" cy="1128960"/>
          </a:xfrm>
          <a:prstGeom prst="rect">
            <a:avLst/>
          </a:prstGeom>
          <a:noFill/>
          <a:ln w="0">
            <a:noFill/>
          </a:ln>
        </p:spPr>
        <p:style>
          <a:lnRef idx="0"/>
          <a:fillRef idx="0"/>
          <a:effectRef idx="0"/>
          <a:fontRef idx="minor"/>
        </p:style>
        <p:txBody>
          <a:bodyPr anchor="ctr">
            <a:normAutofit/>
          </a:bodyPr>
          <a:p>
            <a:pPr>
              <a:lnSpc>
                <a:spcPct val="85000"/>
              </a:lnSpc>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Tree>
  </p:cSld>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Num" idx="88"/>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04A4E11D-4E77-448B-A890-E1883DA1666B}"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832" name="PlaceHolder 2"/>
          <p:cNvSpPr>
            <a:spLocks noGrp="1"/>
          </p:cNvSpPr>
          <p:nvPr>
            <p:ph/>
          </p:nvPr>
        </p:nvSpPr>
        <p:spPr>
          <a:xfrm>
            <a:off x="626040" y="1902600"/>
            <a:ext cx="9832320" cy="4478400"/>
          </a:xfrm>
          <a:prstGeom prst="rect">
            <a:avLst/>
          </a:prstGeom>
          <a:noFill/>
          <a:ln w="0">
            <a:noFill/>
          </a:ln>
        </p:spPr>
        <p:txBody>
          <a:bodyPr anchor="t">
            <a:normAutofit/>
          </a:bodyPr>
          <a:p>
            <a:pPr marL="68760" indent="-203040">
              <a:lnSpc>
                <a:spcPct val="85000"/>
              </a:lnSpc>
              <a:buClr>
                <a:srgbClr val="c00000"/>
              </a:buClr>
              <a:buFont typeface="Arial"/>
              <a:buChar char="»"/>
            </a:pPr>
            <a:r>
              <a:rPr b="0" lang="es-ES" sz="3200" spc="-1" strike="noStrike">
                <a:solidFill>
                  <a:srgbClr val="3f3f3f"/>
                </a:solidFill>
                <a:latin typeface="Calibri"/>
                <a:ea typeface="Calibri"/>
              </a:rPr>
              <a:t>Tipos de entrevistas</a:t>
            </a:r>
            <a:endParaRPr b="0" lang="es-AR" sz="32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Estructuradas (Cerradas)</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El encuestador tiene un conjunto específico de preguntas para hacérselas al entrevistado</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Se dirige al usuario sobre un requerimiento puntual</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No permite adquirir un amplio conocimiento del dominio</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No estructuradas (Abiertas)</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El encuestador lleva a un tema en general</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Sin preparación de preguntas específicas </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Iniciar con preguntas que no dependen del contexto, para conocer el problema, la gente involucrada, etc.</a:t>
            </a:r>
            <a:endParaRPr b="0" lang="es-AR" sz="2400" spc="-1" strike="noStrike">
              <a:solidFill>
                <a:srgbClr val="000000"/>
              </a:solidFill>
              <a:latin typeface="Arial"/>
            </a:endParaRPr>
          </a:p>
        </p:txBody>
      </p:sp>
      <p:sp>
        <p:nvSpPr>
          <p:cNvPr id="833" name="Google Shape;883;p125"/>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834" name="PlaceHolder 3"/>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Tree>
  </p:cSld>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836" name="PlaceHolder 2"/>
          <p:cNvSpPr>
            <a:spLocks noGrp="1"/>
          </p:cNvSpPr>
          <p:nvPr>
            <p:ph type="sldNum" idx="89"/>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EA7B112F-E089-4740-AA52-B0F5D9B426D3}"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837" name="Google Shape;891;p126"/>
          <p:cNvSpPr/>
          <p:nvPr/>
        </p:nvSpPr>
        <p:spPr>
          <a:xfrm>
            <a:off x="4511880" y="273096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cxnSp>
        <p:nvCxnSpPr>
          <p:cNvPr id="838" name="Google Shape;892;p126"/>
          <p:cNvCxnSpPr/>
          <p:nvPr/>
        </p:nvCxnSpPr>
        <p:spPr>
          <a:xfrm flipH="1">
            <a:off x="3376800" y="2495880"/>
            <a:ext cx="1181520" cy="360"/>
          </a:xfrm>
          <a:prstGeom prst="straightConnector1">
            <a:avLst/>
          </a:prstGeom>
          <a:ln w="12700">
            <a:solidFill>
              <a:srgbClr val="000000"/>
            </a:solidFill>
            <a:round/>
            <a:tailEnd len="med" type="triangle" w="med"/>
          </a:ln>
        </p:spPr>
      </p:cxnSp>
      <p:cxnSp>
        <p:nvCxnSpPr>
          <p:cNvPr id="839" name="Google Shape;893;p126"/>
          <p:cNvCxnSpPr/>
          <p:nvPr/>
        </p:nvCxnSpPr>
        <p:spPr>
          <a:xfrm flipH="1">
            <a:off x="3323880" y="2905200"/>
            <a:ext cx="1181520" cy="360"/>
          </a:xfrm>
          <a:prstGeom prst="straightConnector1">
            <a:avLst/>
          </a:prstGeom>
          <a:ln w="12700">
            <a:solidFill>
              <a:srgbClr val="000000"/>
            </a:solidFill>
            <a:round/>
            <a:tailEnd len="med" type="triangle" w="med"/>
          </a:ln>
        </p:spPr>
      </p:cxnSp>
      <p:cxnSp>
        <p:nvCxnSpPr>
          <p:cNvPr id="840" name="Google Shape;894;p126"/>
          <p:cNvCxnSpPr/>
          <p:nvPr/>
        </p:nvCxnSpPr>
        <p:spPr>
          <a:xfrm flipH="1">
            <a:off x="3323880" y="3286080"/>
            <a:ext cx="1181520" cy="360"/>
          </a:xfrm>
          <a:prstGeom prst="straightConnector1">
            <a:avLst/>
          </a:prstGeom>
          <a:ln w="12700">
            <a:solidFill>
              <a:srgbClr val="000000"/>
            </a:solidFill>
            <a:round/>
            <a:tailEnd len="med" type="triangle" w="med"/>
          </a:ln>
        </p:spPr>
      </p:cxnSp>
      <p:cxnSp>
        <p:nvCxnSpPr>
          <p:cNvPr id="841" name="Google Shape;895;p126"/>
          <p:cNvCxnSpPr/>
          <p:nvPr/>
        </p:nvCxnSpPr>
        <p:spPr>
          <a:xfrm flipH="1">
            <a:off x="3323880" y="3667320"/>
            <a:ext cx="1181520" cy="360"/>
          </a:xfrm>
          <a:prstGeom prst="straightConnector1">
            <a:avLst/>
          </a:prstGeom>
          <a:ln w="12700">
            <a:solidFill>
              <a:srgbClr val="000000"/>
            </a:solidFill>
            <a:round/>
            <a:tailEnd len="med" type="triangle" w="med"/>
          </a:ln>
        </p:spPr>
      </p:cxnSp>
      <p:cxnSp>
        <p:nvCxnSpPr>
          <p:cNvPr id="842" name="Google Shape;896;p126"/>
          <p:cNvCxnSpPr/>
          <p:nvPr/>
        </p:nvCxnSpPr>
        <p:spPr>
          <a:xfrm flipH="1">
            <a:off x="3323880" y="4048200"/>
            <a:ext cx="1181520" cy="360"/>
          </a:xfrm>
          <a:prstGeom prst="straightConnector1">
            <a:avLst/>
          </a:prstGeom>
          <a:ln w="12700">
            <a:solidFill>
              <a:srgbClr val="000000"/>
            </a:solidFill>
            <a:round/>
            <a:tailEnd len="med" type="triangle" w="med"/>
          </a:ln>
        </p:spPr>
      </p:cxnSp>
      <p:cxnSp>
        <p:nvCxnSpPr>
          <p:cNvPr id="843" name="Google Shape;897;p126"/>
          <p:cNvCxnSpPr/>
          <p:nvPr/>
        </p:nvCxnSpPr>
        <p:spPr>
          <a:xfrm flipH="1">
            <a:off x="3323880" y="4429080"/>
            <a:ext cx="1181520" cy="360"/>
          </a:xfrm>
          <a:prstGeom prst="straightConnector1">
            <a:avLst/>
          </a:prstGeom>
          <a:ln w="12700">
            <a:solidFill>
              <a:srgbClr val="000000"/>
            </a:solidFill>
            <a:round/>
            <a:tailEnd len="med" type="triangle" w="med"/>
          </a:ln>
        </p:spPr>
      </p:cxnSp>
      <p:sp>
        <p:nvSpPr>
          <p:cNvPr id="844" name="Google Shape;898;p126"/>
          <p:cNvSpPr/>
          <p:nvPr/>
        </p:nvSpPr>
        <p:spPr>
          <a:xfrm>
            <a:off x="2424240" y="1974240"/>
            <a:ext cx="106092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1" lang="es-ES" sz="1800" spc="-1" strike="noStrike">
                <a:solidFill>
                  <a:schemeClr val="dk1"/>
                </a:solidFill>
                <a:latin typeface="Calibri"/>
                <a:ea typeface="Calibri"/>
              </a:rPr>
              <a:t>Abierta</a:t>
            </a:r>
            <a:endParaRPr b="0" lang="es-AR" sz="1800" spc="-1" strike="noStrike">
              <a:solidFill>
                <a:srgbClr val="000000"/>
              </a:solidFill>
              <a:latin typeface="Arial"/>
            </a:endParaRPr>
          </a:p>
        </p:txBody>
      </p:sp>
      <p:sp>
        <p:nvSpPr>
          <p:cNvPr id="845" name="Google Shape;899;p126"/>
          <p:cNvSpPr/>
          <p:nvPr/>
        </p:nvSpPr>
        <p:spPr>
          <a:xfrm>
            <a:off x="2340720" y="2346480"/>
            <a:ext cx="70776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Difícil</a:t>
            </a:r>
            <a:endParaRPr b="0" lang="es-AR" sz="1800" spc="-1" strike="noStrike">
              <a:solidFill>
                <a:srgbClr val="000000"/>
              </a:solidFill>
              <a:latin typeface="Arial"/>
            </a:endParaRPr>
          </a:p>
        </p:txBody>
      </p:sp>
      <p:sp>
        <p:nvSpPr>
          <p:cNvPr id="846" name="Google Shape;900;p126"/>
          <p:cNvSpPr/>
          <p:nvPr/>
        </p:nvSpPr>
        <p:spPr>
          <a:xfrm>
            <a:off x="8487000" y="2040120"/>
            <a:ext cx="93276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1" lang="es-ES" sz="1800" spc="-1" strike="noStrike">
                <a:solidFill>
                  <a:schemeClr val="dk1"/>
                </a:solidFill>
                <a:latin typeface="Calibri"/>
                <a:ea typeface="Calibri"/>
              </a:rPr>
              <a:t>Cerrada</a:t>
            </a:r>
            <a:endParaRPr b="0" lang="es-AR" sz="1800" spc="-1" strike="noStrike">
              <a:solidFill>
                <a:srgbClr val="000000"/>
              </a:solidFill>
              <a:latin typeface="Arial"/>
            </a:endParaRPr>
          </a:p>
        </p:txBody>
      </p:sp>
      <p:sp>
        <p:nvSpPr>
          <p:cNvPr id="847" name="Google Shape;901;p126"/>
          <p:cNvSpPr/>
          <p:nvPr/>
        </p:nvSpPr>
        <p:spPr>
          <a:xfrm>
            <a:off x="5233320" y="1721520"/>
            <a:ext cx="1990440" cy="63684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Tipos de Entrevistas</a:t>
            </a:r>
            <a:endParaRPr b="0" lang="es-AR" sz="1800" spc="-1" strike="noStrike">
              <a:solidFill>
                <a:srgbClr val="000000"/>
              </a:solidFill>
              <a:latin typeface="Arial"/>
            </a:endParaRPr>
          </a:p>
        </p:txBody>
      </p:sp>
      <p:sp>
        <p:nvSpPr>
          <p:cNvPr id="848" name="Google Shape;902;p126"/>
          <p:cNvSpPr/>
          <p:nvPr/>
        </p:nvSpPr>
        <p:spPr>
          <a:xfrm>
            <a:off x="4498560" y="314676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849" name="Google Shape;903;p126"/>
          <p:cNvSpPr/>
          <p:nvPr/>
        </p:nvSpPr>
        <p:spPr>
          <a:xfrm>
            <a:off x="4498560" y="352764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850" name="Google Shape;904;p126"/>
          <p:cNvSpPr/>
          <p:nvPr/>
        </p:nvSpPr>
        <p:spPr>
          <a:xfrm>
            <a:off x="4498560" y="390852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851" name="Google Shape;905;p126"/>
          <p:cNvSpPr/>
          <p:nvPr/>
        </p:nvSpPr>
        <p:spPr>
          <a:xfrm>
            <a:off x="4498560" y="428976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rgbClr val="4b5064"/>
              </a:solidFill>
              <a:latin typeface="Calibri"/>
              <a:ea typeface="Calibri"/>
            </a:endParaRPr>
          </a:p>
        </p:txBody>
      </p:sp>
      <p:sp>
        <p:nvSpPr>
          <p:cNvPr id="852" name="Google Shape;906;p126"/>
          <p:cNvSpPr/>
          <p:nvPr/>
        </p:nvSpPr>
        <p:spPr>
          <a:xfrm>
            <a:off x="4498560" y="467064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853" name="Google Shape;907;p126"/>
          <p:cNvSpPr/>
          <p:nvPr/>
        </p:nvSpPr>
        <p:spPr>
          <a:xfrm>
            <a:off x="4498560" y="505152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854" name="Google Shape;908;p126"/>
          <p:cNvSpPr/>
          <p:nvPr/>
        </p:nvSpPr>
        <p:spPr>
          <a:xfrm>
            <a:off x="4498560" y="543276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855" name="Google Shape;909;p126"/>
          <p:cNvSpPr/>
          <p:nvPr/>
        </p:nvSpPr>
        <p:spPr>
          <a:xfrm>
            <a:off x="4498560" y="581364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sp>
        <p:nvSpPr>
          <p:cNvPr id="856" name="Google Shape;910;p126"/>
          <p:cNvSpPr/>
          <p:nvPr/>
        </p:nvSpPr>
        <p:spPr>
          <a:xfrm>
            <a:off x="4498560" y="2384640"/>
            <a:ext cx="3493440" cy="279000"/>
          </a:xfrm>
          <a:prstGeom prst="rect">
            <a:avLst/>
          </a:prstGeom>
          <a:noFill/>
          <a:ln w="25400">
            <a:solidFill>
              <a:srgbClr val="0a0249"/>
            </a:solidFill>
            <a:miter/>
          </a:ln>
        </p:spPr>
        <p:style>
          <a:lnRef idx="0"/>
          <a:fillRef idx="0"/>
          <a:effectRef idx="0"/>
          <a:fontRef idx="minor"/>
        </p:style>
        <p:txBody>
          <a:bodyPr anchor="ctr">
            <a:noAutofit/>
          </a:bodyPr>
          <a:p>
            <a:pPr>
              <a:lnSpc>
                <a:spcPct val="100000"/>
              </a:lnSpc>
              <a:tabLst>
                <a:tab algn="l" pos="0"/>
              </a:tabLst>
            </a:pPr>
            <a:endParaRPr b="0" lang="es-AR" sz="1800" spc="-1" strike="noStrike">
              <a:solidFill>
                <a:schemeClr val="dk1"/>
              </a:solidFill>
              <a:latin typeface="Calibri"/>
              <a:ea typeface="Calibri"/>
            </a:endParaRPr>
          </a:p>
        </p:txBody>
      </p:sp>
      <p:cxnSp>
        <p:nvCxnSpPr>
          <p:cNvPr id="857" name="Google Shape;911;p126"/>
          <p:cNvCxnSpPr/>
          <p:nvPr/>
        </p:nvCxnSpPr>
        <p:spPr>
          <a:xfrm flipH="1">
            <a:off x="3323880" y="4810320"/>
            <a:ext cx="1181520" cy="360"/>
          </a:xfrm>
          <a:prstGeom prst="straightConnector1">
            <a:avLst/>
          </a:prstGeom>
          <a:ln w="12700">
            <a:solidFill>
              <a:srgbClr val="000000"/>
            </a:solidFill>
            <a:round/>
            <a:tailEnd len="med" type="triangle" w="med"/>
          </a:ln>
        </p:spPr>
      </p:cxnSp>
      <p:cxnSp>
        <p:nvCxnSpPr>
          <p:cNvPr id="858" name="Google Shape;912;p126"/>
          <p:cNvCxnSpPr/>
          <p:nvPr/>
        </p:nvCxnSpPr>
        <p:spPr>
          <a:xfrm flipH="1">
            <a:off x="3323880" y="5191200"/>
            <a:ext cx="1181520" cy="360"/>
          </a:xfrm>
          <a:prstGeom prst="straightConnector1">
            <a:avLst/>
          </a:prstGeom>
          <a:ln w="12700">
            <a:solidFill>
              <a:srgbClr val="000000"/>
            </a:solidFill>
            <a:round/>
            <a:tailEnd len="med" type="triangle" w="med"/>
          </a:ln>
        </p:spPr>
      </p:cxnSp>
      <p:cxnSp>
        <p:nvCxnSpPr>
          <p:cNvPr id="859" name="Google Shape;913;p126"/>
          <p:cNvCxnSpPr/>
          <p:nvPr/>
        </p:nvCxnSpPr>
        <p:spPr>
          <a:xfrm flipH="1">
            <a:off x="3323880" y="5572080"/>
            <a:ext cx="1181520" cy="360"/>
          </a:xfrm>
          <a:prstGeom prst="straightConnector1">
            <a:avLst/>
          </a:prstGeom>
          <a:ln w="12700">
            <a:solidFill>
              <a:srgbClr val="000000"/>
            </a:solidFill>
            <a:round/>
            <a:tailEnd len="med" type="triangle" w="med"/>
          </a:ln>
        </p:spPr>
      </p:cxnSp>
      <p:cxnSp>
        <p:nvCxnSpPr>
          <p:cNvPr id="860" name="Google Shape;914;p126"/>
          <p:cNvCxnSpPr/>
          <p:nvPr/>
        </p:nvCxnSpPr>
        <p:spPr>
          <a:xfrm flipH="1">
            <a:off x="3323880" y="5953320"/>
            <a:ext cx="1181520" cy="360"/>
          </a:xfrm>
          <a:prstGeom prst="straightConnector1">
            <a:avLst/>
          </a:prstGeom>
          <a:ln w="12700">
            <a:solidFill>
              <a:srgbClr val="000000"/>
            </a:solidFill>
            <a:round/>
            <a:tailEnd len="med" type="triangle" w="med"/>
          </a:ln>
        </p:spPr>
      </p:cxnSp>
      <p:cxnSp>
        <p:nvCxnSpPr>
          <p:cNvPr id="861" name="Google Shape;915;p126"/>
          <p:cNvCxnSpPr/>
          <p:nvPr/>
        </p:nvCxnSpPr>
        <p:spPr>
          <a:xfrm flipH="1">
            <a:off x="7990920" y="2513160"/>
            <a:ext cx="1061640" cy="11520"/>
          </a:xfrm>
          <a:prstGeom prst="straightConnector1">
            <a:avLst/>
          </a:prstGeom>
          <a:ln w="12700">
            <a:solidFill>
              <a:srgbClr val="000000"/>
            </a:solidFill>
            <a:round/>
            <a:headEnd len="med" type="triangle" w="med"/>
          </a:ln>
        </p:spPr>
      </p:cxnSp>
      <p:cxnSp>
        <p:nvCxnSpPr>
          <p:cNvPr id="862" name="Google Shape;916;p126"/>
          <p:cNvCxnSpPr/>
          <p:nvPr/>
        </p:nvCxnSpPr>
        <p:spPr>
          <a:xfrm flipH="1">
            <a:off x="7990920" y="3286080"/>
            <a:ext cx="1181160" cy="360"/>
          </a:xfrm>
          <a:prstGeom prst="straightConnector1">
            <a:avLst/>
          </a:prstGeom>
          <a:ln w="12700">
            <a:solidFill>
              <a:srgbClr val="000000"/>
            </a:solidFill>
            <a:round/>
            <a:headEnd len="med" type="triangle" w="med"/>
          </a:ln>
        </p:spPr>
      </p:cxnSp>
      <p:cxnSp>
        <p:nvCxnSpPr>
          <p:cNvPr id="863" name="Google Shape;917;p126"/>
          <p:cNvCxnSpPr/>
          <p:nvPr/>
        </p:nvCxnSpPr>
        <p:spPr>
          <a:xfrm flipH="1">
            <a:off x="7990920" y="3667320"/>
            <a:ext cx="1181160" cy="360"/>
          </a:xfrm>
          <a:prstGeom prst="straightConnector1">
            <a:avLst/>
          </a:prstGeom>
          <a:ln w="12700">
            <a:solidFill>
              <a:srgbClr val="000000"/>
            </a:solidFill>
            <a:round/>
            <a:headEnd len="med" type="triangle" w="med"/>
          </a:ln>
        </p:spPr>
      </p:cxnSp>
      <p:cxnSp>
        <p:nvCxnSpPr>
          <p:cNvPr id="864" name="Google Shape;918;p126"/>
          <p:cNvCxnSpPr/>
          <p:nvPr/>
        </p:nvCxnSpPr>
        <p:spPr>
          <a:xfrm flipH="1">
            <a:off x="7990920" y="4048200"/>
            <a:ext cx="1181160" cy="360"/>
          </a:xfrm>
          <a:prstGeom prst="straightConnector1">
            <a:avLst/>
          </a:prstGeom>
          <a:ln w="12700">
            <a:solidFill>
              <a:srgbClr val="000000"/>
            </a:solidFill>
            <a:round/>
            <a:headEnd len="med" type="triangle" w="med"/>
          </a:ln>
        </p:spPr>
      </p:cxnSp>
      <p:cxnSp>
        <p:nvCxnSpPr>
          <p:cNvPr id="865" name="Google Shape;919;p126"/>
          <p:cNvCxnSpPr/>
          <p:nvPr/>
        </p:nvCxnSpPr>
        <p:spPr>
          <a:xfrm flipH="1">
            <a:off x="7990920" y="4429080"/>
            <a:ext cx="1181160" cy="360"/>
          </a:xfrm>
          <a:prstGeom prst="straightConnector1">
            <a:avLst/>
          </a:prstGeom>
          <a:ln w="12700">
            <a:solidFill>
              <a:srgbClr val="000000"/>
            </a:solidFill>
            <a:round/>
            <a:headEnd len="med" type="triangle" w="med"/>
          </a:ln>
        </p:spPr>
      </p:cxnSp>
      <p:cxnSp>
        <p:nvCxnSpPr>
          <p:cNvPr id="866" name="Google Shape;920;p126"/>
          <p:cNvCxnSpPr/>
          <p:nvPr/>
        </p:nvCxnSpPr>
        <p:spPr>
          <a:xfrm flipH="1">
            <a:off x="7990920" y="4810320"/>
            <a:ext cx="1181160" cy="360"/>
          </a:xfrm>
          <a:prstGeom prst="straightConnector1">
            <a:avLst/>
          </a:prstGeom>
          <a:ln w="12700">
            <a:solidFill>
              <a:srgbClr val="000000"/>
            </a:solidFill>
            <a:round/>
            <a:headEnd len="med" type="triangle" w="med"/>
          </a:ln>
        </p:spPr>
      </p:cxnSp>
      <p:cxnSp>
        <p:nvCxnSpPr>
          <p:cNvPr id="867" name="Google Shape;921;p126"/>
          <p:cNvCxnSpPr/>
          <p:nvPr/>
        </p:nvCxnSpPr>
        <p:spPr>
          <a:xfrm flipH="1">
            <a:off x="7990920" y="5191200"/>
            <a:ext cx="1181160" cy="360"/>
          </a:xfrm>
          <a:prstGeom prst="straightConnector1">
            <a:avLst/>
          </a:prstGeom>
          <a:ln w="12700">
            <a:solidFill>
              <a:srgbClr val="000000"/>
            </a:solidFill>
            <a:round/>
            <a:headEnd len="med" type="triangle" w="med"/>
          </a:ln>
        </p:spPr>
      </p:cxnSp>
      <p:cxnSp>
        <p:nvCxnSpPr>
          <p:cNvPr id="868" name="Google Shape;922;p126"/>
          <p:cNvCxnSpPr/>
          <p:nvPr/>
        </p:nvCxnSpPr>
        <p:spPr>
          <a:xfrm flipH="1">
            <a:off x="7990920" y="5572080"/>
            <a:ext cx="1181160" cy="360"/>
          </a:xfrm>
          <a:prstGeom prst="straightConnector1">
            <a:avLst/>
          </a:prstGeom>
          <a:ln w="12700">
            <a:solidFill>
              <a:srgbClr val="000000"/>
            </a:solidFill>
            <a:round/>
            <a:headEnd len="med" type="triangle" w="med"/>
          </a:ln>
        </p:spPr>
      </p:cxnSp>
      <p:cxnSp>
        <p:nvCxnSpPr>
          <p:cNvPr id="869" name="Google Shape;923;p126"/>
          <p:cNvCxnSpPr/>
          <p:nvPr/>
        </p:nvCxnSpPr>
        <p:spPr>
          <a:xfrm flipH="1">
            <a:off x="7990920" y="5953320"/>
            <a:ext cx="1181160" cy="360"/>
          </a:xfrm>
          <a:prstGeom prst="straightConnector1">
            <a:avLst/>
          </a:prstGeom>
          <a:ln w="12700">
            <a:solidFill>
              <a:srgbClr val="000000"/>
            </a:solidFill>
            <a:round/>
            <a:headEnd len="med" type="triangle" w="med"/>
          </a:ln>
        </p:spPr>
      </p:cxnSp>
      <p:sp>
        <p:nvSpPr>
          <p:cNvPr id="870" name="Google Shape;924;p126"/>
          <p:cNvSpPr/>
          <p:nvPr/>
        </p:nvSpPr>
        <p:spPr>
          <a:xfrm>
            <a:off x="2327760" y="2695680"/>
            <a:ext cx="84132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Mucha</a:t>
            </a:r>
            <a:endParaRPr b="0" lang="es-AR" sz="1800" spc="-1" strike="noStrike">
              <a:solidFill>
                <a:srgbClr val="000000"/>
              </a:solidFill>
              <a:latin typeface="Arial"/>
            </a:endParaRPr>
          </a:p>
        </p:txBody>
      </p:sp>
      <p:sp>
        <p:nvSpPr>
          <p:cNvPr id="871" name="Google Shape;925;p126"/>
          <p:cNvSpPr/>
          <p:nvPr/>
        </p:nvSpPr>
        <p:spPr>
          <a:xfrm>
            <a:off x="2340720" y="2955960"/>
            <a:ext cx="133848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Muy Necesario</a:t>
            </a:r>
            <a:endParaRPr b="0" lang="es-AR" sz="1800" spc="-1" strike="noStrike">
              <a:solidFill>
                <a:srgbClr val="000000"/>
              </a:solidFill>
              <a:latin typeface="Arial"/>
            </a:endParaRPr>
          </a:p>
        </p:txBody>
      </p:sp>
      <p:sp>
        <p:nvSpPr>
          <p:cNvPr id="872" name="Google Shape;926;p126"/>
          <p:cNvSpPr/>
          <p:nvPr/>
        </p:nvSpPr>
        <p:spPr>
          <a:xfrm>
            <a:off x="2340720" y="3489480"/>
            <a:ext cx="85104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Mucho</a:t>
            </a:r>
            <a:endParaRPr b="0" lang="es-AR" sz="1800" spc="-1" strike="noStrike">
              <a:solidFill>
                <a:srgbClr val="000000"/>
              </a:solidFill>
              <a:latin typeface="Arial"/>
            </a:endParaRPr>
          </a:p>
        </p:txBody>
      </p:sp>
      <p:sp>
        <p:nvSpPr>
          <p:cNvPr id="873" name="Google Shape;927;p126"/>
          <p:cNvSpPr/>
          <p:nvPr/>
        </p:nvSpPr>
        <p:spPr>
          <a:xfrm>
            <a:off x="2340720" y="4251240"/>
            <a:ext cx="65880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Gran</a:t>
            </a:r>
            <a:endParaRPr b="0" lang="es-AR" sz="1800" spc="-1" strike="noStrike">
              <a:solidFill>
                <a:srgbClr val="000000"/>
              </a:solidFill>
              <a:latin typeface="Arial"/>
            </a:endParaRPr>
          </a:p>
        </p:txBody>
      </p:sp>
      <p:sp>
        <p:nvSpPr>
          <p:cNvPr id="874" name="Google Shape;928;p126"/>
          <p:cNvSpPr/>
          <p:nvPr/>
        </p:nvSpPr>
        <p:spPr>
          <a:xfrm>
            <a:off x="2340720" y="4632480"/>
            <a:ext cx="59688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Bajo</a:t>
            </a:r>
            <a:endParaRPr b="0" lang="es-AR" sz="1800" spc="-1" strike="noStrike">
              <a:solidFill>
                <a:srgbClr val="000000"/>
              </a:solidFill>
              <a:latin typeface="Arial"/>
            </a:endParaRPr>
          </a:p>
        </p:txBody>
      </p:sp>
      <p:sp>
        <p:nvSpPr>
          <p:cNvPr id="875" name="Google Shape;929;p126"/>
          <p:cNvSpPr/>
          <p:nvPr/>
        </p:nvSpPr>
        <p:spPr>
          <a:xfrm>
            <a:off x="2340720" y="5394240"/>
            <a:ext cx="58536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Baja</a:t>
            </a:r>
            <a:endParaRPr b="0" lang="es-AR" sz="1800" spc="-1" strike="noStrike">
              <a:solidFill>
                <a:srgbClr val="000000"/>
              </a:solidFill>
              <a:latin typeface="Arial"/>
            </a:endParaRPr>
          </a:p>
        </p:txBody>
      </p:sp>
      <p:sp>
        <p:nvSpPr>
          <p:cNvPr id="876" name="Google Shape;930;p126"/>
          <p:cNvSpPr/>
          <p:nvPr/>
        </p:nvSpPr>
        <p:spPr>
          <a:xfrm>
            <a:off x="2340720" y="5013360"/>
            <a:ext cx="58536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Baja</a:t>
            </a:r>
            <a:endParaRPr b="0" lang="es-AR" sz="1800" spc="-1" strike="noStrike">
              <a:solidFill>
                <a:srgbClr val="000000"/>
              </a:solidFill>
              <a:latin typeface="Arial"/>
            </a:endParaRPr>
          </a:p>
        </p:txBody>
      </p:sp>
      <p:sp>
        <p:nvSpPr>
          <p:cNvPr id="877" name="Google Shape;931;p126"/>
          <p:cNvSpPr/>
          <p:nvPr/>
        </p:nvSpPr>
        <p:spPr>
          <a:xfrm>
            <a:off x="2340720" y="5775480"/>
            <a:ext cx="84132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Mucha</a:t>
            </a:r>
            <a:endParaRPr b="0" lang="es-AR" sz="1800" spc="-1" strike="noStrike">
              <a:solidFill>
                <a:srgbClr val="000000"/>
              </a:solidFill>
              <a:latin typeface="Arial"/>
            </a:endParaRPr>
          </a:p>
        </p:txBody>
      </p:sp>
      <p:sp>
        <p:nvSpPr>
          <p:cNvPr id="878" name="Google Shape;932;p126"/>
          <p:cNvSpPr/>
          <p:nvPr/>
        </p:nvSpPr>
        <p:spPr>
          <a:xfrm>
            <a:off x="2340720" y="3794040"/>
            <a:ext cx="1797480" cy="91116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Muchas Oportunidades</a:t>
            </a:r>
            <a:endParaRPr b="0" lang="es-AR" sz="1800" spc="-1" strike="noStrike">
              <a:solidFill>
                <a:srgbClr val="000000"/>
              </a:solidFill>
              <a:latin typeface="Arial"/>
            </a:endParaRPr>
          </a:p>
        </p:txBody>
      </p:sp>
      <p:sp>
        <p:nvSpPr>
          <p:cNvPr id="879" name="Google Shape;933;p126"/>
          <p:cNvSpPr/>
          <p:nvPr/>
        </p:nvSpPr>
        <p:spPr>
          <a:xfrm>
            <a:off x="9062280" y="2368800"/>
            <a:ext cx="59868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Fácil</a:t>
            </a:r>
            <a:endParaRPr b="0" lang="es-AR" sz="1800" spc="-1" strike="noStrike">
              <a:solidFill>
                <a:srgbClr val="000000"/>
              </a:solidFill>
              <a:latin typeface="Arial"/>
            </a:endParaRPr>
          </a:p>
        </p:txBody>
      </p:sp>
      <p:sp>
        <p:nvSpPr>
          <p:cNvPr id="880" name="Google Shape;934;p126"/>
          <p:cNvSpPr/>
          <p:nvPr/>
        </p:nvSpPr>
        <p:spPr>
          <a:xfrm>
            <a:off x="9065520" y="2760840"/>
            <a:ext cx="65700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Poco</a:t>
            </a:r>
            <a:endParaRPr b="0" lang="es-AR" sz="1800" spc="-1" strike="noStrike">
              <a:solidFill>
                <a:srgbClr val="000000"/>
              </a:solidFill>
              <a:latin typeface="Arial"/>
            </a:endParaRPr>
          </a:p>
        </p:txBody>
      </p:sp>
      <p:sp>
        <p:nvSpPr>
          <p:cNvPr id="881" name="Google Shape;935;p126"/>
          <p:cNvSpPr/>
          <p:nvPr/>
        </p:nvSpPr>
        <p:spPr>
          <a:xfrm>
            <a:off x="9062280" y="3511800"/>
            <a:ext cx="65700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Poco</a:t>
            </a:r>
            <a:endParaRPr b="0" lang="es-AR" sz="1800" spc="-1" strike="noStrike">
              <a:solidFill>
                <a:srgbClr val="000000"/>
              </a:solidFill>
              <a:latin typeface="Arial"/>
            </a:endParaRPr>
          </a:p>
        </p:txBody>
      </p:sp>
      <p:sp>
        <p:nvSpPr>
          <p:cNvPr id="882" name="Google Shape;936;p126"/>
          <p:cNvSpPr/>
          <p:nvPr/>
        </p:nvSpPr>
        <p:spPr>
          <a:xfrm>
            <a:off x="9062280" y="4273560"/>
            <a:ext cx="104976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Reducida</a:t>
            </a:r>
            <a:endParaRPr b="0" lang="es-AR" sz="1800" spc="-1" strike="noStrike">
              <a:solidFill>
                <a:srgbClr val="000000"/>
              </a:solidFill>
              <a:latin typeface="Arial"/>
            </a:endParaRPr>
          </a:p>
        </p:txBody>
      </p:sp>
      <p:sp>
        <p:nvSpPr>
          <p:cNvPr id="883" name="Google Shape;937;p126"/>
          <p:cNvSpPr/>
          <p:nvPr/>
        </p:nvSpPr>
        <p:spPr>
          <a:xfrm>
            <a:off x="9062280" y="4654800"/>
            <a:ext cx="55908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Alto</a:t>
            </a:r>
            <a:endParaRPr b="0" lang="es-AR" sz="1800" spc="-1" strike="noStrike">
              <a:solidFill>
                <a:srgbClr val="000000"/>
              </a:solidFill>
              <a:latin typeface="Arial"/>
            </a:endParaRPr>
          </a:p>
        </p:txBody>
      </p:sp>
      <p:sp>
        <p:nvSpPr>
          <p:cNvPr id="884" name="Google Shape;938;p126"/>
          <p:cNvSpPr/>
          <p:nvPr/>
        </p:nvSpPr>
        <p:spPr>
          <a:xfrm>
            <a:off x="9062280" y="5416560"/>
            <a:ext cx="55512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Alta</a:t>
            </a:r>
            <a:endParaRPr b="0" lang="es-AR" sz="1800" spc="-1" strike="noStrike">
              <a:solidFill>
                <a:srgbClr val="000000"/>
              </a:solidFill>
              <a:latin typeface="Arial"/>
            </a:endParaRPr>
          </a:p>
        </p:txBody>
      </p:sp>
      <p:sp>
        <p:nvSpPr>
          <p:cNvPr id="885" name="Google Shape;939;p126"/>
          <p:cNvSpPr/>
          <p:nvPr/>
        </p:nvSpPr>
        <p:spPr>
          <a:xfrm>
            <a:off x="9062280" y="5035680"/>
            <a:ext cx="55512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Alta</a:t>
            </a:r>
            <a:endParaRPr b="0" lang="es-AR" sz="1800" spc="-1" strike="noStrike">
              <a:solidFill>
                <a:srgbClr val="000000"/>
              </a:solidFill>
              <a:latin typeface="Arial"/>
            </a:endParaRPr>
          </a:p>
        </p:txBody>
      </p:sp>
      <p:sp>
        <p:nvSpPr>
          <p:cNvPr id="886" name="Google Shape;940;p126"/>
          <p:cNvSpPr/>
          <p:nvPr/>
        </p:nvSpPr>
        <p:spPr>
          <a:xfrm>
            <a:off x="9062280" y="5797800"/>
            <a:ext cx="62172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Poca</a:t>
            </a:r>
            <a:endParaRPr b="0" lang="es-AR" sz="1800" spc="-1" strike="noStrike">
              <a:solidFill>
                <a:srgbClr val="000000"/>
              </a:solidFill>
              <a:latin typeface="Arial"/>
            </a:endParaRPr>
          </a:p>
        </p:txBody>
      </p:sp>
      <p:sp>
        <p:nvSpPr>
          <p:cNvPr id="887" name="Google Shape;941;p126"/>
          <p:cNvSpPr/>
          <p:nvPr/>
        </p:nvSpPr>
        <p:spPr>
          <a:xfrm>
            <a:off x="9062280" y="3892680"/>
            <a:ext cx="113148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Muy Poco</a:t>
            </a:r>
            <a:endParaRPr b="0" lang="es-AR" sz="1800" spc="-1" strike="noStrike">
              <a:solidFill>
                <a:srgbClr val="000000"/>
              </a:solidFill>
              <a:latin typeface="Arial"/>
            </a:endParaRPr>
          </a:p>
        </p:txBody>
      </p:sp>
      <p:sp>
        <p:nvSpPr>
          <p:cNvPr id="888" name="Google Shape;942;p126"/>
          <p:cNvSpPr/>
          <p:nvPr/>
        </p:nvSpPr>
        <p:spPr>
          <a:xfrm>
            <a:off x="9062280" y="3130560"/>
            <a:ext cx="1002600" cy="63684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Lst>
            </a:pPr>
            <a:r>
              <a:rPr b="0" lang="es-ES" sz="1800" spc="-1" strike="noStrike">
                <a:solidFill>
                  <a:schemeClr val="dk1"/>
                </a:solidFill>
                <a:latin typeface="Calibri"/>
                <a:ea typeface="Calibri"/>
              </a:rPr>
              <a:t>Limitado</a:t>
            </a:r>
            <a:endParaRPr b="0" lang="es-AR" sz="1800" spc="-1" strike="noStrike">
              <a:solidFill>
                <a:srgbClr val="000000"/>
              </a:solidFill>
              <a:latin typeface="Arial"/>
            </a:endParaRPr>
          </a:p>
        </p:txBody>
      </p:sp>
      <p:sp>
        <p:nvSpPr>
          <p:cNvPr id="889" name="Google Shape;943;p126"/>
          <p:cNvSpPr/>
          <p:nvPr/>
        </p:nvSpPr>
        <p:spPr>
          <a:xfrm>
            <a:off x="5138280" y="2338920"/>
            <a:ext cx="203724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Evaluación</a:t>
            </a:r>
            <a:endParaRPr b="0" lang="es-AR" sz="1800" spc="-1" strike="noStrike">
              <a:solidFill>
                <a:srgbClr val="000000"/>
              </a:solidFill>
              <a:latin typeface="Arial"/>
            </a:endParaRPr>
          </a:p>
        </p:txBody>
      </p:sp>
      <p:sp>
        <p:nvSpPr>
          <p:cNvPr id="890" name="Google Shape;944;p126"/>
          <p:cNvSpPr/>
          <p:nvPr/>
        </p:nvSpPr>
        <p:spPr>
          <a:xfrm>
            <a:off x="4226400" y="2683440"/>
            <a:ext cx="3672360" cy="63684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Cantidad requerida de tiempo</a:t>
            </a:r>
            <a:endParaRPr b="0" lang="es-AR" sz="1800" spc="-1" strike="noStrike">
              <a:solidFill>
                <a:srgbClr val="000000"/>
              </a:solidFill>
              <a:latin typeface="Arial"/>
            </a:endParaRPr>
          </a:p>
        </p:txBody>
      </p:sp>
      <p:sp>
        <p:nvSpPr>
          <p:cNvPr id="891" name="Google Shape;945;p126"/>
          <p:cNvSpPr/>
          <p:nvPr/>
        </p:nvSpPr>
        <p:spPr>
          <a:xfrm>
            <a:off x="3485880" y="3130560"/>
            <a:ext cx="515700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 </a:t>
            </a:r>
            <a:r>
              <a:rPr b="1" lang="es-ES" sz="1800" spc="-1" strike="noStrike">
                <a:solidFill>
                  <a:schemeClr val="dk1"/>
                </a:solidFill>
                <a:latin typeface="Calibri"/>
                <a:ea typeface="Calibri"/>
              </a:rPr>
              <a:t>Entrenamiento requerido</a:t>
            </a:r>
            <a:endParaRPr b="0" lang="es-AR" sz="1800" spc="-1" strike="noStrike">
              <a:solidFill>
                <a:srgbClr val="000000"/>
              </a:solidFill>
              <a:latin typeface="Arial"/>
            </a:endParaRPr>
          </a:p>
        </p:txBody>
      </p:sp>
      <p:sp>
        <p:nvSpPr>
          <p:cNvPr id="892" name="Google Shape;946;p126"/>
          <p:cNvSpPr/>
          <p:nvPr/>
        </p:nvSpPr>
        <p:spPr>
          <a:xfrm>
            <a:off x="5000760" y="3511800"/>
            <a:ext cx="3004560" cy="63684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Permite la espontaneidad</a:t>
            </a:r>
            <a:endParaRPr b="0" lang="es-AR" sz="1800" spc="-1" strike="noStrike">
              <a:solidFill>
                <a:srgbClr val="000000"/>
              </a:solidFill>
              <a:latin typeface="Arial"/>
            </a:endParaRPr>
          </a:p>
        </p:txBody>
      </p:sp>
      <p:sp>
        <p:nvSpPr>
          <p:cNvPr id="893" name="Google Shape;947;p126"/>
          <p:cNvSpPr/>
          <p:nvPr/>
        </p:nvSpPr>
        <p:spPr>
          <a:xfrm>
            <a:off x="4700520" y="3861000"/>
            <a:ext cx="3304800" cy="63684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Permite conocer al entrevistado</a:t>
            </a:r>
            <a:endParaRPr b="0" lang="es-AR" sz="1800" spc="-1" strike="noStrike">
              <a:solidFill>
                <a:srgbClr val="000000"/>
              </a:solidFill>
              <a:latin typeface="Arial"/>
            </a:endParaRPr>
          </a:p>
        </p:txBody>
      </p:sp>
      <p:sp>
        <p:nvSpPr>
          <p:cNvPr id="894" name="Google Shape;948;p126"/>
          <p:cNvSpPr/>
          <p:nvPr/>
        </p:nvSpPr>
        <p:spPr>
          <a:xfrm>
            <a:off x="4731120" y="4207320"/>
            <a:ext cx="308952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Flexibilidad</a:t>
            </a:r>
            <a:endParaRPr b="0" lang="es-AR" sz="1800" spc="-1" strike="noStrike">
              <a:solidFill>
                <a:srgbClr val="000000"/>
              </a:solidFill>
              <a:latin typeface="Arial"/>
            </a:endParaRPr>
          </a:p>
        </p:txBody>
      </p:sp>
      <p:sp>
        <p:nvSpPr>
          <p:cNvPr id="895" name="Google Shape;949;p126"/>
          <p:cNvSpPr/>
          <p:nvPr/>
        </p:nvSpPr>
        <p:spPr>
          <a:xfrm>
            <a:off x="4558320" y="4588560"/>
            <a:ext cx="2850480" cy="63684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Control de la Entrevista</a:t>
            </a:r>
            <a:endParaRPr b="0" lang="es-AR" sz="1800" spc="-1" strike="noStrike">
              <a:solidFill>
                <a:srgbClr val="000000"/>
              </a:solidFill>
              <a:latin typeface="Arial"/>
            </a:endParaRPr>
          </a:p>
        </p:txBody>
      </p:sp>
      <p:sp>
        <p:nvSpPr>
          <p:cNvPr id="896" name="Google Shape;950;p126"/>
          <p:cNvSpPr/>
          <p:nvPr/>
        </p:nvSpPr>
        <p:spPr>
          <a:xfrm>
            <a:off x="5138280" y="4976640"/>
            <a:ext cx="203724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Precisión</a:t>
            </a:r>
            <a:endParaRPr b="0" lang="es-AR" sz="1800" spc="-1" strike="noStrike">
              <a:solidFill>
                <a:srgbClr val="000000"/>
              </a:solidFill>
              <a:latin typeface="Arial"/>
            </a:endParaRPr>
          </a:p>
        </p:txBody>
      </p:sp>
      <p:sp>
        <p:nvSpPr>
          <p:cNvPr id="897" name="Google Shape;951;p126"/>
          <p:cNvSpPr/>
          <p:nvPr/>
        </p:nvSpPr>
        <p:spPr>
          <a:xfrm>
            <a:off x="5064480" y="5349240"/>
            <a:ext cx="2163240" cy="3625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Confiabilidad</a:t>
            </a:r>
            <a:endParaRPr b="0" lang="es-AR" sz="1800" spc="-1" strike="noStrike">
              <a:solidFill>
                <a:srgbClr val="000000"/>
              </a:solidFill>
              <a:latin typeface="Arial"/>
            </a:endParaRPr>
          </a:p>
        </p:txBody>
      </p:sp>
      <p:sp>
        <p:nvSpPr>
          <p:cNvPr id="898" name="Google Shape;952;p126"/>
          <p:cNvSpPr/>
          <p:nvPr/>
        </p:nvSpPr>
        <p:spPr>
          <a:xfrm>
            <a:off x="5058000" y="5697720"/>
            <a:ext cx="2937600" cy="63684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Lst>
            </a:pPr>
            <a:r>
              <a:rPr b="1" lang="es-ES" sz="1800" spc="-1" strike="noStrike">
                <a:solidFill>
                  <a:schemeClr val="dk1"/>
                </a:solidFill>
                <a:latin typeface="Calibri"/>
                <a:ea typeface="Calibri"/>
              </a:rPr>
              <a:t>Amplitud y Profundidad</a:t>
            </a:r>
            <a:endParaRPr b="0" lang="es-AR" sz="1800" spc="-1" strike="noStrike">
              <a:solidFill>
                <a:srgbClr val="000000"/>
              </a:solidFill>
              <a:latin typeface="Arial"/>
            </a:endParaRPr>
          </a:p>
        </p:txBody>
      </p:sp>
      <p:cxnSp>
        <p:nvCxnSpPr>
          <p:cNvPr id="899" name="Google Shape;953;p126"/>
          <p:cNvCxnSpPr/>
          <p:nvPr/>
        </p:nvCxnSpPr>
        <p:spPr>
          <a:xfrm flipH="1">
            <a:off x="7966800" y="2871720"/>
            <a:ext cx="1062000" cy="11520"/>
          </a:xfrm>
          <a:prstGeom prst="straightConnector1">
            <a:avLst/>
          </a:prstGeom>
          <a:ln w="12700">
            <a:solidFill>
              <a:srgbClr val="000000"/>
            </a:solidFill>
            <a:round/>
            <a:headEnd len="med" type="triangle" w="med"/>
          </a:ln>
        </p:spPr>
      </p:cxnSp>
      <p:sp>
        <p:nvSpPr>
          <p:cNvPr id="900" name="Google Shape;954;p126"/>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type="title"/>
          </p:nvPr>
        </p:nvSpPr>
        <p:spPr>
          <a:xfrm>
            <a:off x="626040" y="62064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902" name="PlaceHolder 2"/>
          <p:cNvSpPr>
            <a:spLocks noGrp="1"/>
          </p:cNvSpPr>
          <p:nvPr>
            <p:ph type="sldNum" idx="90"/>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8A8B568-67A1-4AB5-9AF8-89C37C0430E9}"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03" name="PlaceHolder 3"/>
          <p:cNvSpPr>
            <a:spLocks noGrp="1"/>
          </p:cNvSpPr>
          <p:nvPr>
            <p:ph/>
          </p:nvPr>
        </p:nvSpPr>
        <p:spPr>
          <a:xfrm>
            <a:off x="626040" y="1902600"/>
            <a:ext cx="9832320" cy="4478400"/>
          </a:xfrm>
          <a:prstGeom prst="rect">
            <a:avLst/>
          </a:prstGeom>
          <a:noFill/>
          <a:ln w="0">
            <a:noFill/>
          </a:ln>
        </p:spPr>
        <p:txBody>
          <a:bodyPr anchor="t">
            <a:noAutofit/>
          </a:bodyPr>
          <a:p>
            <a:pPr marL="68760" indent="-177840">
              <a:lnSpc>
                <a:spcPct val="85000"/>
              </a:lnSpc>
              <a:buClr>
                <a:srgbClr val="c00000"/>
              </a:buClr>
              <a:buFont typeface="Arial"/>
              <a:buChar char="»"/>
            </a:pPr>
            <a:r>
              <a:rPr b="0" lang="es-ES" sz="2800" spc="-1" strike="noStrike">
                <a:solidFill>
                  <a:srgbClr val="3f3f3f"/>
                </a:solidFill>
                <a:latin typeface="Calibri"/>
                <a:ea typeface="Calibri"/>
              </a:rPr>
              <a:t>Tipos de Preguntas</a:t>
            </a:r>
            <a:endParaRPr b="0" lang="es-AR" sz="28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Abiertas</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000" spc="-1" strike="noStrike">
                <a:solidFill>
                  <a:srgbClr val="3f3f3f"/>
                </a:solidFill>
                <a:latin typeface="Calibri"/>
                <a:ea typeface="Calibri"/>
              </a:rPr>
              <a:t>Permite al encuestado responder de cualquier manera</a:t>
            </a:r>
            <a:endParaRPr b="0" lang="es-AR" sz="20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1800" spc="-1" strike="noStrike">
                <a:solidFill>
                  <a:srgbClr val="3f3f3f"/>
                </a:solidFill>
                <a:latin typeface="Calibri"/>
                <a:ea typeface="Calibri"/>
              </a:rPr>
              <a:t>¿Qué opinión tiene del sistema actual?</a:t>
            </a:r>
            <a:endParaRPr b="0" lang="es-AR" sz="18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1800" spc="-1" strike="noStrike">
                <a:solidFill>
                  <a:srgbClr val="3f3f3f"/>
                </a:solidFill>
                <a:latin typeface="Calibri"/>
                <a:ea typeface="Calibri"/>
              </a:rPr>
              <a:t>¿Cómo describe su trabajo?</a:t>
            </a:r>
            <a:endParaRPr b="0" lang="es-AR" sz="18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Cerradas</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000" spc="-1" strike="noStrike">
                <a:solidFill>
                  <a:srgbClr val="3f3f3f"/>
                </a:solidFill>
                <a:latin typeface="Calibri"/>
                <a:ea typeface="Calibri"/>
              </a:rPr>
              <a:t>Las respuestas son directas, cortas o de selección específica</a:t>
            </a:r>
            <a:endParaRPr b="0" lang="es-AR" sz="20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1800" spc="-1" strike="noStrike">
                <a:solidFill>
                  <a:srgbClr val="3f3f3f"/>
                </a:solidFill>
                <a:latin typeface="Calibri"/>
                <a:ea typeface="Calibri"/>
              </a:rPr>
              <a:t>¿Quién recibe este informe?</a:t>
            </a:r>
            <a:endParaRPr b="0" lang="es-AR" sz="18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1800" spc="-1" strike="noStrike">
                <a:solidFill>
                  <a:srgbClr val="3f3f3f"/>
                </a:solidFill>
                <a:latin typeface="Calibri"/>
                <a:ea typeface="Calibri"/>
              </a:rPr>
              <a:t>¿Cuántas personas utilizan el sistema?</a:t>
            </a:r>
            <a:endParaRPr b="0" lang="es-AR" sz="18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Sondeo</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000" spc="-1" strike="noStrike">
                <a:solidFill>
                  <a:srgbClr val="3f3f3f"/>
                </a:solidFill>
                <a:latin typeface="Calibri"/>
                <a:ea typeface="Calibri"/>
              </a:rPr>
              <a:t>Permite obtener más detalle sobre un tema puntual</a:t>
            </a:r>
            <a:endParaRPr b="0" lang="es-AR" sz="20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1800" spc="-1" strike="noStrike">
                <a:solidFill>
                  <a:srgbClr val="3f3f3f"/>
                </a:solidFill>
                <a:latin typeface="Calibri"/>
                <a:ea typeface="Calibri"/>
              </a:rPr>
              <a:t>¿Podría dar detalles sobre…?</a:t>
            </a:r>
            <a:endParaRPr b="0" lang="es-AR" sz="18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1800" spc="-1" strike="noStrike">
                <a:solidFill>
                  <a:srgbClr val="3f3f3f"/>
                </a:solidFill>
                <a:latin typeface="Calibri"/>
                <a:ea typeface="Calibri"/>
              </a:rPr>
              <a:t>¿Podría dar un ejemplo de…?</a:t>
            </a:r>
            <a:endParaRPr b="0" lang="es-AR" sz="1800" spc="-1" strike="noStrike">
              <a:solidFill>
                <a:srgbClr val="000000"/>
              </a:solidFill>
              <a:latin typeface="Arial"/>
            </a:endParaRPr>
          </a:p>
        </p:txBody>
      </p:sp>
      <p:sp>
        <p:nvSpPr>
          <p:cNvPr id="904" name="Google Shape;962;p127"/>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pic>
        <p:nvPicPr>
          <p:cNvPr id="905" name="Google Shape;963;p127" descr="http://www.entrevistadetrabajo.org/wp-content/uploads/2011/09/Las-preguntas-abiertas-en-la-entrevista.jpg"/>
          <p:cNvPicPr/>
          <p:nvPr/>
        </p:nvPicPr>
        <p:blipFill>
          <a:blip r:embed="rId1"/>
          <a:stretch/>
        </p:blipFill>
        <p:spPr>
          <a:xfrm>
            <a:off x="7544160" y="3933000"/>
            <a:ext cx="3084480" cy="2304000"/>
          </a:xfrm>
          <a:prstGeom prst="rect">
            <a:avLst/>
          </a:prstGeom>
          <a:ln w="0">
            <a:noFill/>
          </a:ln>
        </p:spPr>
      </p:pic>
    </p:spTree>
  </p:cSld>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6"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907" name="PlaceHolder 2"/>
          <p:cNvSpPr>
            <a:spLocks noGrp="1"/>
          </p:cNvSpPr>
          <p:nvPr>
            <p:ph type="sldNum" idx="91"/>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31B56868-7FF0-4BCE-8456-1F116B7E8549}"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08" name="PlaceHolder 3"/>
          <p:cNvSpPr>
            <a:spLocks noGrp="1"/>
          </p:cNvSpPr>
          <p:nvPr>
            <p:ph/>
          </p:nvPr>
        </p:nvSpPr>
        <p:spPr>
          <a:xfrm>
            <a:off x="626040" y="1902600"/>
            <a:ext cx="9832320" cy="4478400"/>
          </a:xfrm>
          <a:prstGeom prst="rect">
            <a:avLst/>
          </a:prstGeom>
          <a:noFill/>
          <a:ln w="0">
            <a:noFill/>
          </a:ln>
        </p:spPr>
        <p:txBody>
          <a:bodyPr anchor="t">
            <a:noAutofit/>
          </a:bodyPr>
          <a:p>
            <a:pPr marL="68760" indent="-203040">
              <a:lnSpc>
                <a:spcPct val="85000"/>
              </a:lnSpc>
              <a:buClr>
                <a:srgbClr val="c00000"/>
              </a:buClr>
              <a:buFont typeface="Arial"/>
              <a:buChar char="»"/>
            </a:pPr>
            <a:r>
              <a:rPr b="0" lang="es-ES" sz="3200" spc="-1" strike="noStrike">
                <a:solidFill>
                  <a:srgbClr val="3f3f3f"/>
                </a:solidFill>
                <a:latin typeface="Calibri"/>
                <a:ea typeface="Calibri"/>
              </a:rPr>
              <a:t>Preguntas Abiertas</a:t>
            </a:r>
            <a:endParaRPr b="0" lang="es-AR" sz="32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Ventajas</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Revelan nueva línea de preguntas </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Hacen más interesante la entrevista</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Permiten espontaneidad</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Desventajas</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Pueden dar muchos detalles irrelevantes</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Se puede perder el control de la entrevista</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Parece que el entrevistador no tiene los objetivos claros</a:t>
            </a:r>
            <a:endParaRPr b="0" lang="es-AR" sz="2400" spc="-1" strike="noStrike">
              <a:solidFill>
                <a:srgbClr val="000000"/>
              </a:solidFill>
              <a:latin typeface="Arial"/>
            </a:endParaRPr>
          </a:p>
        </p:txBody>
      </p:sp>
      <p:sp>
        <p:nvSpPr>
          <p:cNvPr id="909" name="Google Shape;971;p128"/>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pic>
        <p:nvPicPr>
          <p:cNvPr id="910" name="Google Shape;972;p128" descr="https://encrypted-tbn1.gstatic.com/images?q=tbn:ANd9GcQoCW5ox51-A-XiBwJL-A-_bpO_4RM_MPAETYsBasNQ59ID_bIBKA"/>
          <p:cNvPicPr/>
          <p:nvPr/>
        </p:nvPicPr>
        <p:blipFill>
          <a:blip r:embed="rId1"/>
          <a:stretch/>
        </p:blipFill>
        <p:spPr>
          <a:xfrm>
            <a:off x="8867880" y="4005000"/>
            <a:ext cx="1682640" cy="1676160"/>
          </a:xfrm>
          <a:prstGeom prst="rect">
            <a:avLst/>
          </a:prstGeom>
          <a:ln w="0">
            <a:noFill/>
          </a:ln>
        </p:spPr>
      </p:pic>
    </p:spTree>
  </p:cSld>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1"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912" name="PlaceHolder 2"/>
          <p:cNvSpPr>
            <a:spLocks noGrp="1"/>
          </p:cNvSpPr>
          <p:nvPr>
            <p:ph type="sldNum" idx="92"/>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57C310F-3A82-419C-8B92-9C38ADD4E8FC}"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13"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203040">
              <a:lnSpc>
                <a:spcPct val="85000"/>
              </a:lnSpc>
              <a:buClr>
                <a:srgbClr val="c00000"/>
              </a:buClr>
              <a:buFont typeface="Arial"/>
              <a:buChar char="»"/>
            </a:pPr>
            <a:r>
              <a:rPr b="0" lang="es-ES" sz="3200" spc="-1" strike="noStrike">
                <a:solidFill>
                  <a:srgbClr val="3f3f3f"/>
                </a:solidFill>
                <a:latin typeface="Calibri"/>
                <a:ea typeface="Calibri"/>
              </a:rPr>
              <a:t>Preguntas cerradas</a:t>
            </a:r>
            <a:endParaRPr b="0" lang="es-AR" sz="32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Ventajas </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Ahorran tiempo</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Se mantiene más fácil el control de la entrevista</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Se consiguen datos relevantes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Desventajas</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Pueden aburrir al encuestado</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No se obtienen detalles</a:t>
            </a:r>
            <a:endParaRPr b="0" lang="es-AR" sz="2400" spc="-1" strike="noStrike">
              <a:solidFill>
                <a:srgbClr val="000000"/>
              </a:solidFill>
              <a:latin typeface="Arial"/>
            </a:endParaRPr>
          </a:p>
        </p:txBody>
      </p:sp>
      <p:sp>
        <p:nvSpPr>
          <p:cNvPr id="914" name="Google Shape;980;p129"/>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pic>
        <p:nvPicPr>
          <p:cNvPr id="915" name="Google Shape;981;p129" descr="https://encrypted-tbn0.gstatic.com/images?q=tbn:ANd9GcSK2vpi9-QwIxz79U4DVLWErw79abJ6tIBlCMMQv_BZgDQvFtFc"/>
          <p:cNvPicPr/>
          <p:nvPr/>
        </p:nvPicPr>
        <p:blipFill>
          <a:blip r:embed="rId1"/>
          <a:stretch/>
        </p:blipFill>
        <p:spPr>
          <a:xfrm>
            <a:off x="8578800" y="4293000"/>
            <a:ext cx="1912320" cy="1504440"/>
          </a:xfrm>
          <a:prstGeom prst="rect">
            <a:avLst/>
          </a:prstGeom>
          <a:ln w="0">
            <a:noFill/>
          </a:ln>
        </p:spPr>
      </p:pic>
    </p:spTree>
  </p:cSld>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917" name="PlaceHolder 2"/>
          <p:cNvSpPr>
            <a:spLocks noGrp="1"/>
          </p:cNvSpPr>
          <p:nvPr>
            <p:ph type="sldNum" idx="93"/>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4A930D51-28E2-42D5-B656-93F1455A8D4B}"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18"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127080">
              <a:lnSpc>
                <a:spcPct val="85000"/>
              </a:lnSpc>
              <a:buClr>
                <a:srgbClr val="c00000"/>
              </a:buClr>
              <a:buFont typeface="Arial"/>
              <a:buChar char="»"/>
            </a:pPr>
            <a:r>
              <a:rPr b="0" lang="es-ES" sz="2000" spc="-1" strike="noStrike">
                <a:solidFill>
                  <a:srgbClr val="3f3f3f"/>
                </a:solidFill>
                <a:latin typeface="Calibri"/>
                <a:ea typeface="Calibri"/>
              </a:rPr>
              <a:t>Organización de una entrevista</a:t>
            </a:r>
            <a:endParaRPr b="0" lang="es-AR" sz="2000" spc="-1" strike="noStrike">
              <a:solidFill>
                <a:srgbClr val="000000"/>
              </a:solidFill>
              <a:latin typeface="Arial"/>
            </a:endParaRPr>
          </a:p>
          <a:p>
            <a:pPr marL="68760" indent="0">
              <a:lnSpc>
                <a:spcPct val="85000"/>
              </a:lnSpc>
              <a:spcBef>
                <a:spcPts val="975"/>
              </a:spcBef>
              <a:buNone/>
              <a:tabLst>
                <a:tab algn="l" pos="0"/>
              </a:tabLst>
            </a:pPr>
            <a:endParaRPr b="0" lang="es-AR" sz="2000" spc="-1" strike="noStrike">
              <a:solidFill>
                <a:srgbClr val="000000"/>
              </a:solidFill>
              <a:latin typeface="Arial"/>
            </a:endParaRPr>
          </a:p>
          <a:p>
            <a:pPr lvl="1" marL="260640" indent="-257040">
              <a:lnSpc>
                <a:spcPct val="85000"/>
              </a:lnSpc>
              <a:spcBef>
                <a:spcPts val="451"/>
              </a:spcBef>
              <a:buClr>
                <a:srgbClr val="262626"/>
              </a:buClr>
              <a:buFont typeface="Calibri"/>
              <a:buChar char=" "/>
              <a:tabLst>
                <a:tab algn="l" pos="0"/>
              </a:tabLst>
            </a:pPr>
            <a:r>
              <a:rPr b="0" lang="es-ES" sz="2000" spc="-1" strike="noStrike">
                <a:solidFill>
                  <a:srgbClr val="3f3f3f"/>
                </a:solidFill>
                <a:latin typeface="Calibri"/>
                <a:ea typeface="Calibri"/>
              </a:rPr>
              <a:t>Piramidal  (Inductivo)</a:t>
            </a: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a:p>
            <a:pPr lvl="1" marL="260640" indent="-257040">
              <a:lnSpc>
                <a:spcPct val="85000"/>
              </a:lnSpc>
              <a:spcBef>
                <a:spcPts val="451"/>
              </a:spcBef>
              <a:buClr>
                <a:srgbClr val="262626"/>
              </a:buClr>
              <a:buFont typeface="Calibri"/>
              <a:buChar char=" "/>
              <a:tabLst>
                <a:tab algn="l" pos="0"/>
              </a:tabLst>
            </a:pPr>
            <a:r>
              <a:rPr b="0" lang="es-ES" sz="2000" spc="-1" strike="noStrike">
                <a:solidFill>
                  <a:srgbClr val="3f3f3f"/>
                </a:solidFill>
                <a:latin typeface="Calibri"/>
                <a:ea typeface="Calibri"/>
              </a:rPr>
              <a:t>Embudo (Deductivo)</a:t>
            </a: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a:p>
            <a:pPr lvl="1" marL="260640" indent="-257040">
              <a:lnSpc>
                <a:spcPct val="85000"/>
              </a:lnSpc>
              <a:spcBef>
                <a:spcPts val="451"/>
              </a:spcBef>
              <a:buClr>
                <a:srgbClr val="262626"/>
              </a:buClr>
              <a:buFont typeface="Calibri"/>
              <a:buChar char=" "/>
              <a:tabLst>
                <a:tab algn="l" pos="0"/>
              </a:tabLst>
            </a:pPr>
            <a:r>
              <a:rPr b="0" lang="es-ES" sz="2000" spc="-1" strike="noStrike">
                <a:solidFill>
                  <a:srgbClr val="3f3f3f"/>
                </a:solidFill>
                <a:latin typeface="Calibri"/>
                <a:ea typeface="Calibri"/>
              </a:rPr>
              <a:t>Diamante (Comb. de las anteriores)</a:t>
            </a:r>
            <a:endParaRPr b="0" lang="es-AR" sz="2000" spc="-1" strike="noStrike">
              <a:solidFill>
                <a:srgbClr val="000000"/>
              </a:solidFill>
              <a:latin typeface="Arial"/>
            </a:endParaRPr>
          </a:p>
        </p:txBody>
      </p:sp>
      <p:sp>
        <p:nvSpPr>
          <p:cNvPr id="919" name="Google Shape;989;p130"/>
          <p:cNvSpPr/>
          <p:nvPr/>
        </p:nvSpPr>
        <p:spPr>
          <a:xfrm>
            <a:off x="6402240" y="2204640"/>
            <a:ext cx="1445760" cy="935640"/>
          </a:xfrm>
          <a:prstGeom prst="triangle">
            <a:avLst>
              <a:gd name="adj" fmla="val 50000"/>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20" name="Google Shape;990;p130"/>
          <p:cNvSpPr/>
          <p:nvPr/>
        </p:nvSpPr>
        <p:spPr>
          <a:xfrm>
            <a:off x="6409800" y="3573000"/>
            <a:ext cx="1445760" cy="863640"/>
          </a:xfrm>
          <a:prstGeom prst="flowChartMerge">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21" name="Google Shape;991;p130"/>
          <p:cNvSpPr/>
          <p:nvPr/>
        </p:nvSpPr>
        <p:spPr>
          <a:xfrm>
            <a:off x="6518160" y="4725000"/>
            <a:ext cx="1228680" cy="1367640"/>
          </a:xfrm>
          <a:prstGeom prst="flowChartSort">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22" name="Google Shape;992;p130"/>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3"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924" name="PlaceHolder 2"/>
          <p:cNvSpPr>
            <a:spLocks noGrp="1"/>
          </p:cNvSpPr>
          <p:nvPr>
            <p:ph type="sldNum" idx="94"/>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8148B33F-BC9E-4734-AF06-C0F43193F21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25" name="PlaceHolder 3"/>
          <p:cNvSpPr>
            <a:spLocks noGrp="1"/>
          </p:cNvSpPr>
          <p:nvPr>
            <p:ph/>
          </p:nvPr>
        </p:nvSpPr>
        <p:spPr>
          <a:xfrm>
            <a:off x="626040" y="1902600"/>
            <a:ext cx="9832320" cy="4478400"/>
          </a:xfrm>
          <a:prstGeom prst="rect">
            <a:avLst/>
          </a:prstGeom>
          <a:noFill/>
          <a:ln w="0">
            <a:noFill/>
          </a:ln>
        </p:spPr>
        <p:txBody>
          <a:bodyPr anchor="t">
            <a:noAutofit/>
          </a:bodyPr>
          <a:p>
            <a:pPr marL="68760" indent="-127080">
              <a:lnSpc>
                <a:spcPct val="85000"/>
              </a:lnSpc>
              <a:buClr>
                <a:srgbClr val="c00000"/>
              </a:buClr>
              <a:buFont typeface="Arial"/>
              <a:buChar char="»"/>
            </a:pPr>
            <a:r>
              <a:rPr b="0" lang="es-ES" sz="2000" spc="-1" strike="noStrike">
                <a:solidFill>
                  <a:srgbClr val="3f3f3f"/>
                </a:solidFill>
                <a:latin typeface="Calibri"/>
                <a:ea typeface="Calibri"/>
              </a:rPr>
              <a:t>Organización de una entrevista</a:t>
            </a:r>
            <a:endParaRPr b="0" lang="es-AR" sz="20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000" spc="-1" strike="noStrike">
                <a:solidFill>
                  <a:srgbClr val="3f3f3f"/>
                </a:solidFill>
                <a:latin typeface="Calibri"/>
                <a:ea typeface="Calibri"/>
              </a:rPr>
              <a:t>Piramidal  (Inductivo)</a:t>
            </a: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a:p>
            <a:pPr marL="260640" indent="0">
              <a:lnSpc>
                <a:spcPct val="85000"/>
              </a:lnSpc>
              <a:spcBef>
                <a:spcPts val="451"/>
              </a:spcBef>
              <a:buNone/>
              <a:tabLst>
                <a:tab algn="l" pos="0"/>
              </a:tabLst>
            </a:pPr>
            <a:endParaRPr b="0" lang="es-AR" sz="2000" spc="-1" strike="noStrike">
              <a:solidFill>
                <a:srgbClr val="000000"/>
              </a:solidFill>
              <a:latin typeface="Arial"/>
            </a:endParaRPr>
          </a:p>
        </p:txBody>
      </p:sp>
      <p:sp>
        <p:nvSpPr>
          <p:cNvPr id="926" name="Google Shape;1000;p131"/>
          <p:cNvSpPr/>
          <p:nvPr/>
        </p:nvSpPr>
        <p:spPr>
          <a:xfrm>
            <a:off x="5397480" y="2853000"/>
            <a:ext cx="3542400" cy="2520000"/>
          </a:xfrm>
          <a:prstGeom prst="triangle">
            <a:avLst>
              <a:gd name="adj" fmla="val 50000"/>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27" name="Google Shape;1001;p131"/>
          <p:cNvSpPr/>
          <p:nvPr/>
        </p:nvSpPr>
        <p:spPr>
          <a:xfrm>
            <a:off x="3228840" y="2709000"/>
            <a:ext cx="198936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800" spc="-1" strike="noStrike">
                <a:solidFill>
                  <a:srgbClr val="4b5064"/>
                </a:solidFill>
                <a:latin typeface="Calibri"/>
                <a:ea typeface="Calibri"/>
              </a:rPr>
              <a:t>Preguntas Cerradas</a:t>
            </a:r>
            <a:endParaRPr b="0" lang="es-AR" sz="1800" spc="-1" strike="noStrike">
              <a:solidFill>
                <a:srgbClr val="000000"/>
              </a:solidFill>
              <a:latin typeface="Arial"/>
            </a:endParaRPr>
          </a:p>
        </p:txBody>
      </p:sp>
      <p:sp>
        <p:nvSpPr>
          <p:cNvPr id="928" name="Google Shape;1002;p131"/>
          <p:cNvSpPr/>
          <p:nvPr/>
        </p:nvSpPr>
        <p:spPr>
          <a:xfrm>
            <a:off x="3373200" y="5229360"/>
            <a:ext cx="193428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800" spc="-1" strike="noStrike">
                <a:solidFill>
                  <a:srgbClr val="4b5064"/>
                </a:solidFill>
                <a:latin typeface="Calibri"/>
                <a:ea typeface="Calibri"/>
              </a:rPr>
              <a:t>Preguntas Abiertas</a:t>
            </a:r>
            <a:endParaRPr b="0" lang="es-AR" sz="1800" spc="-1" strike="noStrike">
              <a:solidFill>
                <a:srgbClr val="000000"/>
              </a:solidFill>
              <a:latin typeface="Arial"/>
            </a:endParaRPr>
          </a:p>
        </p:txBody>
      </p:sp>
      <p:sp>
        <p:nvSpPr>
          <p:cNvPr id="929" name="Google Shape;1003;p131"/>
          <p:cNvSpPr/>
          <p:nvPr/>
        </p:nvSpPr>
        <p:spPr>
          <a:xfrm>
            <a:off x="4057200" y="2997000"/>
            <a:ext cx="578160" cy="2016000"/>
          </a:xfrm>
          <a:prstGeom prst="downArrow">
            <a:avLst>
              <a:gd name="adj1" fmla="val 50000"/>
              <a:gd name="adj2" fmla="val 50000"/>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30" name="Google Shape;1004;p131"/>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932" name="PlaceHolder 2"/>
          <p:cNvSpPr>
            <a:spLocks noGrp="1"/>
          </p:cNvSpPr>
          <p:nvPr>
            <p:ph type="sldNum" idx="95"/>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63E4CB05-1525-4915-8432-CD074CC48493}"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33"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114480">
              <a:lnSpc>
                <a:spcPct val="85000"/>
              </a:lnSpc>
              <a:buClr>
                <a:srgbClr val="c00000"/>
              </a:buClr>
              <a:buFont typeface="Arial"/>
              <a:buChar char="»"/>
            </a:pPr>
            <a:r>
              <a:rPr b="0" lang="es-ES" sz="2000" spc="-1" strike="noStrike">
                <a:solidFill>
                  <a:srgbClr val="3f3f3f"/>
                </a:solidFill>
                <a:latin typeface="Calibri"/>
                <a:ea typeface="Calibri"/>
              </a:rPr>
              <a:t>Organización de una entrevista</a:t>
            </a:r>
            <a:endParaRPr b="0" lang="es-AR" sz="20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1800" spc="-1" strike="noStrike">
                <a:solidFill>
                  <a:srgbClr val="3f3f3f"/>
                </a:solidFill>
                <a:latin typeface="Calibri"/>
                <a:ea typeface="Calibri"/>
              </a:rPr>
              <a:t>Embudo (Deductivo)</a:t>
            </a:r>
            <a:endParaRPr b="0" lang="es-AR" sz="1800" spc="-1" strike="noStrike">
              <a:solidFill>
                <a:srgbClr val="000000"/>
              </a:solidFill>
              <a:latin typeface="Arial"/>
            </a:endParaRPr>
          </a:p>
          <a:p>
            <a:pPr marL="260640" indent="0">
              <a:lnSpc>
                <a:spcPct val="85000"/>
              </a:lnSpc>
              <a:spcBef>
                <a:spcPts val="451"/>
              </a:spcBef>
              <a:buNone/>
              <a:tabLst>
                <a:tab algn="l" pos="0"/>
              </a:tabLst>
            </a:pPr>
            <a:endParaRPr b="0" lang="es-AR" sz="1800" spc="-1" strike="noStrike">
              <a:solidFill>
                <a:srgbClr val="000000"/>
              </a:solidFill>
              <a:latin typeface="Arial"/>
            </a:endParaRPr>
          </a:p>
          <a:p>
            <a:pPr marL="260640" indent="0">
              <a:lnSpc>
                <a:spcPct val="85000"/>
              </a:lnSpc>
              <a:spcBef>
                <a:spcPts val="451"/>
              </a:spcBef>
              <a:buNone/>
              <a:tabLst>
                <a:tab algn="l" pos="0"/>
              </a:tabLst>
            </a:pPr>
            <a:endParaRPr b="0" lang="es-AR" sz="1800" spc="-1" strike="noStrike">
              <a:solidFill>
                <a:srgbClr val="000000"/>
              </a:solidFill>
              <a:latin typeface="Arial"/>
            </a:endParaRPr>
          </a:p>
        </p:txBody>
      </p:sp>
      <p:sp>
        <p:nvSpPr>
          <p:cNvPr id="934" name="Google Shape;1012;p132"/>
          <p:cNvSpPr/>
          <p:nvPr/>
        </p:nvSpPr>
        <p:spPr>
          <a:xfrm rot="10800000">
            <a:off x="5397840" y="2853000"/>
            <a:ext cx="3542400" cy="2520000"/>
          </a:xfrm>
          <a:prstGeom prst="triangle">
            <a:avLst>
              <a:gd name="adj" fmla="val 50000"/>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35" name="Google Shape;1013;p132"/>
          <p:cNvSpPr/>
          <p:nvPr/>
        </p:nvSpPr>
        <p:spPr>
          <a:xfrm>
            <a:off x="3300840" y="5229360"/>
            <a:ext cx="198936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800" spc="-1" strike="noStrike">
                <a:solidFill>
                  <a:srgbClr val="4b5064"/>
                </a:solidFill>
                <a:latin typeface="Calibri"/>
                <a:ea typeface="Calibri"/>
              </a:rPr>
              <a:t>Preguntas Cerradas</a:t>
            </a:r>
            <a:endParaRPr b="0" lang="es-AR" sz="1800" spc="-1" strike="noStrike">
              <a:solidFill>
                <a:srgbClr val="000000"/>
              </a:solidFill>
              <a:latin typeface="Arial"/>
            </a:endParaRPr>
          </a:p>
        </p:txBody>
      </p:sp>
      <p:sp>
        <p:nvSpPr>
          <p:cNvPr id="936" name="Google Shape;1014;p132"/>
          <p:cNvSpPr/>
          <p:nvPr/>
        </p:nvSpPr>
        <p:spPr>
          <a:xfrm>
            <a:off x="3300840" y="2709000"/>
            <a:ext cx="193428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800" spc="-1" strike="noStrike">
                <a:solidFill>
                  <a:srgbClr val="4b5064"/>
                </a:solidFill>
                <a:latin typeface="Calibri"/>
                <a:ea typeface="Calibri"/>
              </a:rPr>
              <a:t>Preguntas Abiertas</a:t>
            </a:r>
            <a:endParaRPr b="0" lang="es-AR" sz="1800" spc="-1" strike="noStrike">
              <a:solidFill>
                <a:srgbClr val="000000"/>
              </a:solidFill>
              <a:latin typeface="Arial"/>
            </a:endParaRPr>
          </a:p>
        </p:txBody>
      </p:sp>
      <p:sp>
        <p:nvSpPr>
          <p:cNvPr id="937" name="Google Shape;1015;p132"/>
          <p:cNvSpPr/>
          <p:nvPr/>
        </p:nvSpPr>
        <p:spPr>
          <a:xfrm>
            <a:off x="4024080" y="3141000"/>
            <a:ext cx="578160" cy="2016000"/>
          </a:xfrm>
          <a:prstGeom prst="downArrow">
            <a:avLst>
              <a:gd name="adj1" fmla="val 50000"/>
              <a:gd name="adj2" fmla="val 50000"/>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38" name="Google Shape;1016;p132"/>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a:t>
            </a:r>
            <a:endParaRPr b="0" lang="es-AR" sz="4000" spc="-1" strike="noStrike">
              <a:solidFill>
                <a:srgbClr val="000000"/>
              </a:solidFill>
              <a:latin typeface="Arial"/>
            </a:endParaRPr>
          </a:p>
        </p:txBody>
      </p:sp>
      <p:sp>
        <p:nvSpPr>
          <p:cNvPr id="940" name="PlaceHolder 2"/>
          <p:cNvSpPr>
            <a:spLocks noGrp="1"/>
          </p:cNvSpPr>
          <p:nvPr>
            <p:ph type="sldNum" idx="96"/>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CFA5D77D-E2FD-4246-A906-D572C0BCA609}"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41"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114480">
              <a:lnSpc>
                <a:spcPct val="85000"/>
              </a:lnSpc>
              <a:buClr>
                <a:srgbClr val="c00000"/>
              </a:buClr>
              <a:buFont typeface="Arial"/>
              <a:buChar char="»"/>
            </a:pPr>
            <a:r>
              <a:rPr b="0" lang="es-ES" sz="2000" spc="-1" strike="noStrike">
                <a:solidFill>
                  <a:srgbClr val="3f3f3f"/>
                </a:solidFill>
                <a:latin typeface="Calibri"/>
                <a:ea typeface="Calibri"/>
              </a:rPr>
              <a:t>Organización de una entrevista</a:t>
            </a:r>
            <a:endParaRPr b="0" lang="es-AR" sz="20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1800" spc="-1" strike="noStrike">
                <a:solidFill>
                  <a:srgbClr val="3f3f3f"/>
                </a:solidFill>
                <a:latin typeface="Calibri"/>
                <a:ea typeface="Calibri"/>
              </a:rPr>
              <a:t>Diamante </a:t>
            </a:r>
            <a:endParaRPr b="0" lang="es-AR" sz="1800" spc="-1" strike="noStrike">
              <a:solidFill>
                <a:srgbClr val="000000"/>
              </a:solidFill>
              <a:latin typeface="Arial"/>
            </a:endParaRPr>
          </a:p>
          <a:p>
            <a:pPr marL="260640" indent="0">
              <a:lnSpc>
                <a:spcPct val="85000"/>
              </a:lnSpc>
              <a:spcBef>
                <a:spcPts val="451"/>
              </a:spcBef>
              <a:buNone/>
              <a:tabLst>
                <a:tab algn="l" pos="0"/>
              </a:tabLst>
            </a:pPr>
            <a:endParaRPr b="0" lang="es-AR" sz="1800" spc="-1" strike="noStrike">
              <a:solidFill>
                <a:srgbClr val="000000"/>
              </a:solidFill>
              <a:latin typeface="Arial"/>
            </a:endParaRPr>
          </a:p>
        </p:txBody>
      </p:sp>
      <p:sp>
        <p:nvSpPr>
          <p:cNvPr id="942" name="Google Shape;1024;p133"/>
          <p:cNvSpPr/>
          <p:nvPr/>
        </p:nvSpPr>
        <p:spPr>
          <a:xfrm>
            <a:off x="3300840" y="5589360"/>
            <a:ext cx="198936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800" spc="-1" strike="noStrike">
                <a:solidFill>
                  <a:srgbClr val="4b5064"/>
                </a:solidFill>
                <a:latin typeface="Calibri"/>
                <a:ea typeface="Calibri"/>
              </a:rPr>
              <a:t>Preguntas Cerradas</a:t>
            </a:r>
            <a:endParaRPr b="0" lang="es-AR" sz="1800" spc="-1" strike="noStrike">
              <a:solidFill>
                <a:srgbClr val="000000"/>
              </a:solidFill>
              <a:latin typeface="Arial"/>
            </a:endParaRPr>
          </a:p>
        </p:txBody>
      </p:sp>
      <p:sp>
        <p:nvSpPr>
          <p:cNvPr id="943" name="Google Shape;1025;p133"/>
          <p:cNvSpPr/>
          <p:nvPr/>
        </p:nvSpPr>
        <p:spPr>
          <a:xfrm>
            <a:off x="3300840" y="4077000"/>
            <a:ext cx="193428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800" spc="-1" strike="noStrike">
                <a:solidFill>
                  <a:srgbClr val="4b5064"/>
                </a:solidFill>
                <a:latin typeface="Calibri"/>
                <a:ea typeface="Calibri"/>
              </a:rPr>
              <a:t>Preguntas Abiertas</a:t>
            </a:r>
            <a:endParaRPr b="0" lang="es-AR" sz="1800" spc="-1" strike="noStrike">
              <a:solidFill>
                <a:srgbClr val="000000"/>
              </a:solidFill>
              <a:latin typeface="Arial"/>
            </a:endParaRPr>
          </a:p>
        </p:txBody>
      </p:sp>
      <p:sp>
        <p:nvSpPr>
          <p:cNvPr id="944" name="Google Shape;1026;p133"/>
          <p:cNvSpPr/>
          <p:nvPr/>
        </p:nvSpPr>
        <p:spPr>
          <a:xfrm>
            <a:off x="4024080" y="4725000"/>
            <a:ext cx="578160" cy="863640"/>
          </a:xfrm>
          <a:prstGeom prst="downArrow">
            <a:avLst>
              <a:gd name="adj1" fmla="val 50000"/>
              <a:gd name="adj2" fmla="val 50000"/>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45" name="Google Shape;1027;p133"/>
          <p:cNvSpPr/>
          <p:nvPr/>
        </p:nvSpPr>
        <p:spPr>
          <a:xfrm>
            <a:off x="5831280" y="2781000"/>
            <a:ext cx="2674800" cy="2952000"/>
          </a:xfrm>
          <a:prstGeom prst="flowChartSort">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46" name="Google Shape;1028;p133"/>
          <p:cNvSpPr/>
          <p:nvPr/>
        </p:nvSpPr>
        <p:spPr>
          <a:xfrm>
            <a:off x="3300840" y="2709000"/>
            <a:ext cx="198936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800" spc="-1" strike="noStrike">
                <a:solidFill>
                  <a:srgbClr val="4b5064"/>
                </a:solidFill>
                <a:latin typeface="Calibri"/>
                <a:ea typeface="Calibri"/>
              </a:rPr>
              <a:t>Preguntas Cerradas</a:t>
            </a:r>
            <a:endParaRPr b="0" lang="es-AR" sz="1800" spc="-1" strike="noStrike">
              <a:solidFill>
                <a:srgbClr val="000000"/>
              </a:solidFill>
              <a:latin typeface="Arial"/>
            </a:endParaRPr>
          </a:p>
        </p:txBody>
      </p:sp>
      <p:sp>
        <p:nvSpPr>
          <p:cNvPr id="947" name="Google Shape;1029;p133"/>
          <p:cNvSpPr/>
          <p:nvPr/>
        </p:nvSpPr>
        <p:spPr>
          <a:xfrm>
            <a:off x="3951720" y="3141000"/>
            <a:ext cx="578160" cy="863640"/>
          </a:xfrm>
          <a:prstGeom prst="downArrow">
            <a:avLst>
              <a:gd name="adj1" fmla="val 50000"/>
              <a:gd name="adj2" fmla="val 50000"/>
            </a:avLst>
          </a:prstGeom>
          <a:solidFill>
            <a:schemeClr val="accent1"/>
          </a:solidFill>
          <a:ln w="12700">
            <a:solidFill>
              <a:srgbClr val="8c0000"/>
            </a:solidFill>
            <a:round/>
          </a:ln>
        </p:spPr>
        <p:style>
          <a:lnRef idx="0"/>
          <a:fillRef idx="0"/>
          <a:effectRef idx="0"/>
          <a:fontRef idx="minor"/>
        </p:style>
        <p:txBody>
          <a:bodyPr anchor="ctr">
            <a:noAutofit/>
          </a:bodyPr>
          <a:p>
            <a:pPr algn="ctr">
              <a:lnSpc>
                <a:spcPct val="100000"/>
              </a:lnSpc>
              <a:tabLst>
                <a:tab algn="l" pos="0"/>
              </a:tabLst>
            </a:pPr>
            <a:endParaRPr b="0" lang="es-AR" sz="1800" spc="-1" strike="noStrike">
              <a:solidFill>
                <a:schemeClr val="lt1"/>
              </a:solidFill>
              <a:latin typeface="Calibri"/>
              <a:ea typeface="Calibri"/>
            </a:endParaRPr>
          </a:p>
        </p:txBody>
      </p:sp>
      <p:sp>
        <p:nvSpPr>
          <p:cNvPr id="948" name="Google Shape;1030;p133"/>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 Preparación previa (Kendall)</a:t>
            </a:r>
            <a:endParaRPr b="0" lang="es-AR" sz="4000" spc="-1" strike="noStrike">
              <a:solidFill>
                <a:srgbClr val="000000"/>
              </a:solidFill>
              <a:latin typeface="Arial"/>
            </a:endParaRPr>
          </a:p>
        </p:txBody>
      </p:sp>
      <p:sp>
        <p:nvSpPr>
          <p:cNvPr id="950" name="PlaceHolder 2"/>
          <p:cNvSpPr>
            <a:spLocks noGrp="1"/>
          </p:cNvSpPr>
          <p:nvPr>
            <p:ph type="sldNum" idx="97"/>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A158684A-3092-416A-A65C-5AF57BE49993}"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51" name="PlaceHolder 3"/>
          <p:cNvSpPr>
            <a:spLocks noGrp="1"/>
          </p:cNvSpPr>
          <p:nvPr>
            <p:ph/>
          </p:nvPr>
        </p:nvSpPr>
        <p:spPr>
          <a:xfrm>
            <a:off x="626040" y="1902600"/>
            <a:ext cx="9832320" cy="4478400"/>
          </a:xfrm>
          <a:prstGeom prst="rect">
            <a:avLst/>
          </a:prstGeom>
          <a:noFill/>
          <a:ln w="0">
            <a:noFill/>
          </a:ln>
        </p:spPr>
        <p:txBody>
          <a:bodyPr anchor="t">
            <a:normAutofit/>
          </a:bodyPr>
          <a:p>
            <a:pPr lvl="1" marL="914400" indent="-343080" algn="just">
              <a:lnSpc>
                <a:spcPct val="85000"/>
              </a:lnSpc>
              <a:spcBef>
                <a:spcPts val="451"/>
              </a:spcBef>
              <a:buClr>
                <a:srgbClr val="549e39"/>
              </a:buClr>
              <a:buFont typeface="Calibri"/>
              <a:buChar char=" "/>
            </a:pPr>
            <a:r>
              <a:rPr b="0" lang="es-ES" sz="3200" spc="-1" strike="noStrike">
                <a:solidFill>
                  <a:srgbClr val="3f3f3f"/>
                </a:solidFill>
                <a:latin typeface="Calibri"/>
                <a:ea typeface="Calibri"/>
              </a:rPr>
              <a:t>Leer los antecedentes.</a:t>
            </a:r>
            <a:endParaRPr b="0" lang="es-AR" sz="3200" spc="-1" strike="noStrike">
              <a:solidFill>
                <a:srgbClr val="000000"/>
              </a:solidFill>
              <a:latin typeface="Arial"/>
            </a:endParaRPr>
          </a:p>
          <a:p>
            <a:pPr lvl="2" marL="1371600" indent="-324000" algn="just">
              <a:lnSpc>
                <a:spcPct val="85000"/>
              </a:lnSpc>
              <a:spcBef>
                <a:spcPts val="451"/>
              </a:spcBef>
              <a:buClr>
                <a:srgbClr val="549e39"/>
              </a:buClr>
              <a:buFont typeface="Calibri"/>
              <a:buChar char=" "/>
            </a:pPr>
            <a:r>
              <a:rPr b="0" lang="es-ES" sz="2900" spc="-1" strike="noStrike">
                <a:solidFill>
                  <a:srgbClr val="3f3f3f"/>
                </a:solidFill>
                <a:latin typeface="Calibri"/>
                <a:ea typeface="Calibri"/>
              </a:rPr>
              <a:t>Poner atención en el lenguaje. Buscar un vocabulario en común. Imprescindible para poder entender al entrevistado.</a:t>
            </a:r>
            <a:endParaRPr b="0" lang="es-AR" sz="2900" spc="-1" strike="noStrike">
              <a:solidFill>
                <a:srgbClr val="000000"/>
              </a:solidFill>
              <a:latin typeface="Arial"/>
            </a:endParaRPr>
          </a:p>
          <a:p>
            <a:pPr lvl="1" marL="914400" indent="-343080">
              <a:lnSpc>
                <a:spcPct val="85000"/>
              </a:lnSpc>
              <a:spcBef>
                <a:spcPts val="451"/>
              </a:spcBef>
              <a:buClr>
                <a:srgbClr val="549e39"/>
              </a:buClr>
              <a:buFont typeface="Calibri"/>
              <a:buChar char=" "/>
            </a:pPr>
            <a:r>
              <a:rPr b="0" lang="es-ES" sz="3200" spc="-1" strike="noStrike">
                <a:solidFill>
                  <a:srgbClr val="3f3f3f"/>
                </a:solidFill>
                <a:latin typeface="Calibri"/>
                <a:ea typeface="Calibri"/>
              </a:rPr>
              <a:t>Establecer los objetivos de la entrevista.</a:t>
            </a:r>
            <a:endParaRPr b="0" lang="es-AR" sz="3200" spc="-1" strike="noStrike">
              <a:solidFill>
                <a:srgbClr val="000000"/>
              </a:solidFill>
              <a:latin typeface="Arial"/>
            </a:endParaRPr>
          </a:p>
          <a:p>
            <a:pPr lvl="2" marL="1371600" indent="-324000" algn="just">
              <a:lnSpc>
                <a:spcPct val="85000"/>
              </a:lnSpc>
              <a:spcBef>
                <a:spcPts val="451"/>
              </a:spcBef>
              <a:buClr>
                <a:srgbClr val="549e39"/>
              </a:buClr>
              <a:buFont typeface="Calibri"/>
              <a:buChar char=" "/>
            </a:pPr>
            <a:r>
              <a:rPr b="0" lang="es-ES" sz="2900" spc="-1" strike="noStrike">
                <a:solidFill>
                  <a:srgbClr val="3f3f3f"/>
                </a:solidFill>
                <a:latin typeface="Calibri"/>
                <a:ea typeface="Calibri"/>
              </a:rPr>
              <a:t>Usando los antecedentes. Los directivos suelen proporcionar una visión general, mientras que los futuros usuarios una más detallada.</a:t>
            </a:r>
            <a:endParaRPr b="0" lang="es-AR" sz="2900" spc="-1" strike="noStrike">
              <a:solidFill>
                <a:srgbClr val="000000"/>
              </a:solidFill>
              <a:latin typeface="Arial"/>
            </a:endParaRPr>
          </a:p>
        </p:txBody>
      </p:sp>
      <p:sp>
        <p:nvSpPr>
          <p:cNvPr id="952" name="Google Shape;1038;p134"/>
          <p:cNvSpPr/>
          <p:nvPr/>
        </p:nvSpPr>
        <p:spPr>
          <a:xfrm>
            <a:off x="4590360" y="18360"/>
            <a:ext cx="550836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Arial"/>
                <a:ea typeface="Arial"/>
              </a:rPr>
              <a:t>Ingeniería de Software I  2013</a:t>
            </a:r>
            <a:endParaRPr b="0" lang="es-AR" sz="1200" spc="-1" strike="noStrike">
              <a:solidFill>
                <a:srgbClr val="000000"/>
              </a:solidFill>
              <a:latin typeface="Arial"/>
            </a:endParaRPr>
          </a:p>
        </p:txBody>
      </p:sp>
      <p:sp>
        <p:nvSpPr>
          <p:cNvPr id="953" name="Google Shape;1039;p134"/>
          <p:cNvSpPr/>
          <p:nvPr/>
        </p:nvSpPr>
        <p:spPr>
          <a:xfrm>
            <a:off x="5759280" y="6474240"/>
            <a:ext cx="1755000" cy="3042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s-ES" sz="1400" spc="-1" strike="noStrike">
                <a:solidFill>
                  <a:srgbClr val="88a0ac"/>
                </a:solidFill>
                <a:latin typeface="Arial"/>
                <a:ea typeface="Arial"/>
              </a:rPr>
              <a:t>Kendall y Kendall</a:t>
            </a:r>
            <a:endParaRPr b="0" lang="es-AR" sz="1400" spc="-1" strike="noStrike">
              <a:solidFill>
                <a:srgbClr val="000000"/>
              </a:solidFill>
              <a:latin typeface="Arial"/>
            </a:endParaRPr>
          </a:p>
        </p:txBody>
      </p:sp>
    </p:spTree>
  </p:cSld>
  <p:transition spd="med">
    <p:fade/>
  </p:transition>
  <p:timing>
    <p:tnLst>
      <p:par>
        <p:cTn id="401" dur="indefinite" restart="never" nodeType="tmRoot">
          <p:childTnLst>
            <p:seq>
              <p:cTn id="402" dur="indefinite" nodeType="mainSeq">
                <p:childTnLst>
                  <p:par>
                    <p:cTn id="403" fill="hold">
                      <p:stCondLst>
                        <p:cond delay="indefinite"/>
                      </p:stCondLst>
                      <p:childTnLst>
                        <p:par>
                          <p:cTn id="404" fill="hold">
                            <p:stCondLst>
                              <p:cond delay="0"/>
                            </p:stCondLst>
                            <p:childTnLst>
                              <p:par>
                                <p:cTn id="405" nodeType="clickEffect" fill="hold" presetClass="entr" presetID="1">
                                  <p:stCondLst>
                                    <p:cond delay="0"/>
                                  </p:stCondLst>
                                  <p:childTnLst>
                                    <p:set>
                                      <p:cBhvr>
                                        <p:cTn id="406" dur="1" fill="hold">
                                          <p:stCondLst>
                                            <p:cond delay="0"/>
                                          </p:stCondLst>
                                        </p:cTn>
                                        <p:tgtEl>
                                          <p:spTgt spid="951">
                                            <p:txEl>
                                              <p:pRg st="0" end="0"/>
                                            </p:txEl>
                                          </p:spTgt>
                                        </p:tgtEl>
                                        <p:attrNameLst>
                                          <p:attrName>style.visibility</p:attrName>
                                        </p:attrNameLst>
                                      </p:cBhvr>
                                      <p:to>
                                        <p:strVal val="visible"/>
                                      </p:to>
                                    </p:set>
                                  </p:childTnLst>
                                </p:cTn>
                              </p:par>
                              <p:par>
                                <p:cTn id="407" nodeType="withEffect" fill="hold" presetClass="entr" presetID="1">
                                  <p:stCondLst>
                                    <p:cond delay="0"/>
                                  </p:stCondLst>
                                  <p:childTnLst>
                                    <p:set>
                                      <p:cBhvr>
                                        <p:cTn id="408" dur="1" fill="hold">
                                          <p:stCondLst>
                                            <p:cond delay="0"/>
                                          </p:stCondLst>
                                        </p:cTn>
                                        <p:tgtEl>
                                          <p:spTgt spid="951">
                                            <p:txEl>
                                              <p:pRg st="1" end="1"/>
                                            </p:txEl>
                                          </p:spTgt>
                                        </p:tgtEl>
                                        <p:attrNameLst>
                                          <p:attrName>style.visibility</p:attrName>
                                        </p:attrNameLst>
                                      </p:cBhvr>
                                      <p:to>
                                        <p:strVal val="visible"/>
                                      </p:to>
                                    </p:set>
                                  </p:childTnLst>
                                </p:cTn>
                              </p:par>
                            </p:childTnLst>
                          </p:cTn>
                        </p:par>
                      </p:childTnLst>
                    </p:cTn>
                  </p:par>
                  <p:par>
                    <p:cTn id="409" fill="hold">
                      <p:stCondLst>
                        <p:cond delay="indefinite"/>
                      </p:stCondLst>
                      <p:childTnLst>
                        <p:par>
                          <p:cTn id="410" fill="hold">
                            <p:stCondLst>
                              <p:cond delay="0"/>
                            </p:stCondLst>
                            <p:childTnLst>
                              <p:par>
                                <p:cTn id="411" nodeType="clickEffect" fill="hold" presetClass="entr" presetID="1">
                                  <p:stCondLst>
                                    <p:cond delay="0"/>
                                  </p:stCondLst>
                                  <p:childTnLst>
                                    <p:set>
                                      <p:cBhvr>
                                        <p:cTn id="412" dur="1" fill="hold">
                                          <p:stCondLst>
                                            <p:cond delay="0"/>
                                          </p:stCondLst>
                                        </p:cTn>
                                        <p:tgtEl>
                                          <p:spTgt spid="951">
                                            <p:txEl>
                                              <p:pRg st="2" end="2"/>
                                            </p:txEl>
                                          </p:spTgt>
                                        </p:tgtEl>
                                        <p:attrNameLst>
                                          <p:attrName>style.visibility</p:attrName>
                                        </p:attrNameLst>
                                      </p:cBhvr>
                                      <p:to>
                                        <p:strVal val="visible"/>
                                      </p:to>
                                    </p:set>
                                  </p:childTnLst>
                                </p:cTn>
                              </p:par>
                              <p:par>
                                <p:cTn id="413" nodeType="withEffect" fill="hold" presetClass="entr" presetID="1">
                                  <p:stCondLst>
                                    <p:cond delay="0"/>
                                  </p:stCondLst>
                                  <p:childTnLst>
                                    <p:set>
                                      <p:cBhvr>
                                        <p:cTn id="414" dur="1" fill="hold">
                                          <p:stCondLst>
                                            <p:cond delay="0"/>
                                          </p:stCondLst>
                                        </p:cTn>
                                        <p:tgtEl>
                                          <p:spTgt spid="951">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 Preparación previa (Kendall)</a:t>
            </a:r>
            <a:endParaRPr b="0" lang="es-AR" sz="4000" spc="-1" strike="noStrike">
              <a:solidFill>
                <a:srgbClr val="000000"/>
              </a:solidFill>
              <a:latin typeface="Arial"/>
            </a:endParaRPr>
          </a:p>
        </p:txBody>
      </p:sp>
      <p:sp>
        <p:nvSpPr>
          <p:cNvPr id="955" name="PlaceHolder 2"/>
          <p:cNvSpPr>
            <a:spLocks noGrp="1"/>
          </p:cNvSpPr>
          <p:nvPr>
            <p:ph type="sldNum" idx="98"/>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3DAA8FF-17C1-4398-97E3-D2A74AEFA10E}"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56" name="PlaceHolder 3"/>
          <p:cNvSpPr>
            <a:spLocks noGrp="1"/>
          </p:cNvSpPr>
          <p:nvPr>
            <p:ph/>
          </p:nvPr>
        </p:nvSpPr>
        <p:spPr>
          <a:xfrm>
            <a:off x="626040" y="1902600"/>
            <a:ext cx="9832320" cy="4478400"/>
          </a:xfrm>
          <a:prstGeom prst="rect">
            <a:avLst/>
          </a:prstGeom>
          <a:noFill/>
          <a:ln w="0">
            <a:noFill/>
          </a:ln>
        </p:spPr>
        <p:txBody>
          <a:bodyPr anchor="t">
            <a:normAutofit/>
          </a:bodyPr>
          <a:p>
            <a:pPr lvl="1" marL="914400" indent="-343080" algn="just">
              <a:lnSpc>
                <a:spcPct val="85000"/>
              </a:lnSpc>
              <a:spcBef>
                <a:spcPts val="451"/>
              </a:spcBef>
              <a:buClr>
                <a:srgbClr val="549e39"/>
              </a:buClr>
              <a:buFont typeface="Calibri"/>
              <a:buChar char=" "/>
            </a:pPr>
            <a:r>
              <a:rPr b="0" lang="es-ES" sz="3200" spc="-1" strike="noStrike">
                <a:solidFill>
                  <a:srgbClr val="3f3f3f"/>
                </a:solidFill>
                <a:latin typeface="Calibri"/>
                <a:ea typeface="Calibri"/>
              </a:rPr>
              <a:t>Seleccionar los entrevistados.</a:t>
            </a:r>
            <a:endParaRPr b="0" lang="es-AR" sz="3200" spc="-1" strike="noStrike">
              <a:solidFill>
                <a:srgbClr val="000000"/>
              </a:solidFill>
              <a:latin typeface="Arial"/>
            </a:endParaRPr>
          </a:p>
          <a:p>
            <a:pPr lvl="2" marL="1371600" indent="-324000" algn="just">
              <a:lnSpc>
                <a:spcPct val="85000"/>
              </a:lnSpc>
              <a:spcBef>
                <a:spcPts val="451"/>
              </a:spcBef>
              <a:buClr>
                <a:srgbClr val="549e39"/>
              </a:buClr>
              <a:buFont typeface="Calibri"/>
              <a:buChar char=" "/>
            </a:pPr>
            <a:r>
              <a:rPr b="0" lang="es-ES" sz="2400" spc="-1" strike="noStrike">
                <a:solidFill>
                  <a:srgbClr val="3f3f3f"/>
                </a:solidFill>
                <a:latin typeface="Calibri"/>
                <a:ea typeface="Calibri"/>
              </a:rPr>
              <a:t>Se debe minimizar el número de entrevistas</a:t>
            </a:r>
            <a:endParaRPr b="0" lang="es-AR" sz="2400" spc="-1" strike="noStrike">
              <a:solidFill>
                <a:srgbClr val="000000"/>
              </a:solidFill>
              <a:latin typeface="Arial"/>
            </a:endParaRPr>
          </a:p>
          <a:p>
            <a:pPr lvl="2" marL="1371600" indent="-324000" algn="just">
              <a:lnSpc>
                <a:spcPct val="85000"/>
              </a:lnSpc>
              <a:spcBef>
                <a:spcPts val="451"/>
              </a:spcBef>
              <a:buClr>
                <a:srgbClr val="549e39"/>
              </a:buClr>
              <a:buFont typeface="Calibri"/>
              <a:buChar char=" "/>
            </a:pPr>
            <a:r>
              <a:rPr b="0" lang="es-ES" sz="2400" spc="-1" strike="noStrike">
                <a:solidFill>
                  <a:srgbClr val="3f3f3f"/>
                </a:solidFill>
                <a:latin typeface="Calibri"/>
                <a:ea typeface="Calibri"/>
              </a:rPr>
              <a:t>Los entrevistados deben conocer con antelación el objetivo de la entrevista y las preguntas que se le van a hacer.</a:t>
            </a:r>
            <a:endParaRPr b="0" lang="es-AR" sz="2400" spc="-1" strike="noStrike">
              <a:solidFill>
                <a:srgbClr val="000000"/>
              </a:solidFill>
              <a:latin typeface="Arial"/>
            </a:endParaRPr>
          </a:p>
          <a:p>
            <a:pPr lvl="1" marL="914400" indent="-343080" algn="just">
              <a:lnSpc>
                <a:spcPct val="85000"/>
              </a:lnSpc>
              <a:spcBef>
                <a:spcPts val="451"/>
              </a:spcBef>
              <a:buClr>
                <a:srgbClr val="549e39"/>
              </a:buClr>
              <a:buFont typeface="Calibri"/>
              <a:buChar char=" "/>
            </a:pPr>
            <a:r>
              <a:rPr b="0" lang="es-ES" sz="3200" spc="-1" strike="noStrike">
                <a:solidFill>
                  <a:srgbClr val="3f3f3f"/>
                </a:solidFill>
                <a:latin typeface="Calibri"/>
                <a:ea typeface="Calibri"/>
              </a:rPr>
              <a:t>Planificación de la entrevista y preparación del entrevistado.</a:t>
            </a:r>
            <a:endParaRPr b="0" lang="es-AR" sz="3200" spc="-1" strike="noStrike">
              <a:solidFill>
                <a:srgbClr val="000000"/>
              </a:solidFill>
              <a:latin typeface="Arial"/>
            </a:endParaRPr>
          </a:p>
          <a:p>
            <a:pPr lvl="2" marL="1371600" indent="-324000" algn="just">
              <a:lnSpc>
                <a:spcPct val="85000"/>
              </a:lnSpc>
              <a:spcBef>
                <a:spcPts val="451"/>
              </a:spcBef>
              <a:buClr>
                <a:srgbClr val="549e39"/>
              </a:buClr>
              <a:buFont typeface="Calibri"/>
              <a:buChar char=" "/>
            </a:pPr>
            <a:r>
              <a:rPr b="0" lang="es-ES" sz="2400" spc="-1" strike="noStrike">
                <a:solidFill>
                  <a:srgbClr val="3f3f3f"/>
                </a:solidFill>
                <a:latin typeface="Calibri"/>
                <a:ea typeface="Calibri"/>
              </a:rPr>
              <a:t>Establecer fecha, hora, lugar y duración de cada entrevista de acuerdo con el entrevistado.</a:t>
            </a:r>
            <a:r>
              <a:rPr b="0" lang="es-ES" sz="2400" spc="-1" strike="noStrike">
                <a:solidFill>
                  <a:srgbClr val="3f3f3f"/>
                </a:solidFill>
                <a:latin typeface="Calibri"/>
                <a:ea typeface="Calibri"/>
              </a:rPr>
              <a:t>	</a:t>
            </a:r>
            <a:r>
              <a:rPr b="0" lang="es-ES" sz="2400" spc="-1" strike="noStrike">
                <a:solidFill>
                  <a:srgbClr val="3f3f3f"/>
                </a:solidFill>
                <a:latin typeface="Calibri"/>
                <a:ea typeface="Calibri"/>
              </a:rPr>
              <a:t>	</a:t>
            </a:r>
            <a:endParaRPr b="0" lang="es-AR" sz="2400" spc="-1" strike="noStrike">
              <a:solidFill>
                <a:srgbClr val="000000"/>
              </a:solidFill>
              <a:latin typeface="Arial"/>
            </a:endParaRPr>
          </a:p>
          <a:p>
            <a:pPr lvl="1" marL="914400" indent="-343080" algn="just">
              <a:lnSpc>
                <a:spcPct val="85000"/>
              </a:lnSpc>
              <a:spcBef>
                <a:spcPts val="451"/>
              </a:spcBef>
              <a:buClr>
                <a:srgbClr val="549e39"/>
              </a:buClr>
              <a:buFont typeface="Calibri"/>
              <a:buChar char=" "/>
            </a:pPr>
            <a:r>
              <a:rPr b="0" lang="es-ES" sz="3200" spc="-1" strike="noStrike">
                <a:solidFill>
                  <a:srgbClr val="3f3f3f"/>
                </a:solidFill>
                <a:latin typeface="Calibri"/>
                <a:ea typeface="Calibri"/>
              </a:rPr>
              <a:t>Selección del tipo de preguntas a usar y su estructura.</a:t>
            </a:r>
            <a:endParaRPr b="0" lang="es-AR" sz="3200" spc="-1" strike="noStrike">
              <a:solidFill>
                <a:srgbClr val="000000"/>
              </a:solidFill>
              <a:latin typeface="Arial"/>
            </a:endParaRPr>
          </a:p>
        </p:txBody>
      </p:sp>
      <p:sp>
        <p:nvSpPr>
          <p:cNvPr id="957" name="Google Shape;1047;p135"/>
          <p:cNvSpPr/>
          <p:nvPr/>
        </p:nvSpPr>
        <p:spPr>
          <a:xfrm>
            <a:off x="4590360" y="18360"/>
            <a:ext cx="550836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Arial"/>
                <a:ea typeface="Arial"/>
              </a:rPr>
              <a:t>Ingeniería de Software I  2012</a:t>
            </a:r>
            <a:endParaRPr b="0" lang="es-AR" sz="1200" spc="-1" strike="noStrike">
              <a:solidFill>
                <a:srgbClr val="000000"/>
              </a:solidFill>
              <a:latin typeface="Arial"/>
            </a:endParaRPr>
          </a:p>
        </p:txBody>
      </p:sp>
      <p:sp>
        <p:nvSpPr>
          <p:cNvPr id="958" name="Google Shape;1048;p135"/>
          <p:cNvSpPr/>
          <p:nvPr/>
        </p:nvSpPr>
        <p:spPr>
          <a:xfrm>
            <a:off x="5831280" y="6428880"/>
            <a:ext cx="1755000" cy="272160"/>
          </a:xfrm>
          <a:prstGeom prst="rect">
            <a:avLst/>
          </a:prstGeom>
          <a:noFill/>
          <a:ln w="0">
            <a:noFill/>
          </a:ln>
        </p:spPr>
        <p:style>
          <a:lnRef idx="0"/>
          <a:fillRef idx="0"/>
          <a:effectRef idx="0"/>
          <a:fontRef idx="minor"/>
        </p:style>
        <p:txBody>
          <a:bodyPr anchor="t">
            <a:spAutoFit/>
          </a:bodyPr>
          <a:p>
            <a:pPr>
              <a:lnSpc>
                <a:spcPct val="85000"/>
              </a:lnSpc>
              <a:tabLst>
                <a:tab algn="l" pos="0"/>
              </a:tabLst>
            </a:pPr>
            <a:r>
              <a:rPr b="0" lang="es-ES" sz="1400" spc="-1" strike="noStrike">
                <a:solidFill>
                  <a:srgbClr val="262626"/>
                </a:solidFill>
                <a:latin typeface="Arial"/>
                <a:ea typeface="Arial"/>
              </a:rPr>
              <a:t>Kendall y Kendall</a:t>
            </a:r>
            <a:endParaRPr b="0" lang="es-AR" sz="1400" spc="-1" strike="noStrike">
              <a:solidFill>
                <a:srgbClr val="000000"/>
              </a:solidFill>
              <a:latin typeface="Arial"/>
            </a:endParaRPr>
          </a:p>
        </p:txBody>
      </p:sp>
    </p:spTree>
  </p:cSld>
  <p:transition spd="med">
    <p:fade/>
  </p:transition>
  <p:timing>
    <p:tnLst>
      <p:par>
        <p:cTn id="415" dur="indefinite" restart="never" nodeType="tmRoot">
          <p:childTnLst>
            <p:seq>
              <p:cTn id="416" dur="indefinite" nodeType="mainSeq">
                <p:childTnLst>
                  <p:par>
                    <p:cTn id="417" fill="hold">
                      <p:stCondLst>
                        <p:cond delay="indefinite"/>
                      </p:stCondLst>
                      <p:childTnLst>
                        <p:par>
                          <p:cTn id="418" fill="hold">
                            <p:stCondLst>
                              <p:cond delay="0"/>
                            </p:stCondLst>
                            <p:childTnLst>
                              <p:par>
                                <p:cTn id="419" nodeType="clickEffect" fill="hold" presetClass="entr" presetID="1">
                                  <p:stCondLst>
                                    <p:cond delay="0"/>
                                  </p:stCondLst>
                                  <p:childTnLst>
                                    <p:set>
                                      <p:cBhvr>
                                        <p:cTn id="420" dur="1" fill="hold">
                                          <p:stCondLst>
                                            <p:cond delay="0"/>
                                          </p:stCondLst>
                                        </p:cTn>
                                        <p:tgtEl>
                                          <p:spTgt spid="956">
                                            <p:txEl>
                                              <p:pRg st="0" end="0"/>
                                            </p:txEl>
                                          </p:spTgt>
                                        </p:tgtEl>
                                        <p:attrNameLst>
                                          <p:attrName>style.visibility</p:attrName>
                                        </p:attrNameLst>
                                      </p:cBhvr>
                                      <p:to>
                                        <p:strVal val="visible"/>
                                      </p:to>
                                    </p:set>
                                  </p:childTnLst>
                                </p:cTn>
                              </p:par>
                              <p:par>
                                <p:cTn id="421" nodeType="withEffect" fill="hold" presetClass="entr" presetID="1">
                                  <p:stCondLst>
                                    <p:cond delay="0"/>
                                  </p:stCondLst>
                                  <p:childTnLst>
                                    <p:set>
                                      <p:cBhvr>
                                        <p:cTn id="422" dur="1" fill="hold">
                                          <p:stCondLst>
                                            <p:cond delay="0"/>
                                          </p:stCondLst>
                                        </p:cTn>
                                        <p:tgtEl>
                                          <p:spTgt spid="956">
                                            <p:txEl>
                                              <p:pRg st="1" end="1"/>
                                            </p:txEl>
                                          </p:spTgt>
                                        </p:tgtEl>
                                        <p:attrNameLst>
                                          <p:attrName>style.visibility</p:attrName>
                                        </p:attrNameLst>
                                      </p:cBhvr>
                                      <p:to>
                                        <p:strVal val="visible"/>
                                      </p:to>
                                    </p:set>
                                  </p:childTnLst>
                                </p:cTn>
                              </p:par>
                              <p:par>
                                <p:cTn id="423" nodeType="withEffect" fill="hold" presetClass="entr" presetID="1">
                                  <p:stCondLst>
                                    <p:cond delay="0"/>
                                  </p:stCondLst>
                                  <p:childTnLst>
                                    <p:set>
                                      <p:cBhvr>
                                        <p:cTn id="424" dur="1" fill="hold">
                                          <p:stCondLst>
                                            <p:cond delay="0"/>
                                          </p:stCondLst>
                                        </p:cTn>
                                        <p:tgtEl>
                                          <p:spTgt spid="956">
                                            <p:txEl>
                                              <p:pRg st="2" end="2"/>
                                            </p:txEl>
                                          </p:spTgt>
                                        </p:tgtEl>
                                        <p:attrNameLst>
                                          <p:attrName>style.visibility</p:attrName>
                                        </p:attrNameLst>
                                      </p:cBhvr>
                                      <p:to>
                                        <p:strVal val="visible"/>
                                      </p:to>
                                    </p:set>
                                  </p:childTnLst>
                                </p:cTn>
                              </p:par>
                            </p:childTnLst>
                          </p:cTn>
                        </p:par>
                      </p:childTnLst>
                    </p:cTn>
                  </p:par>
                  <p:par>
                    <p:cTn id="425" fill="hold">
                      <p:stCondLst>
                        <p:cond delay="indefinite"/>
                      </p:stCondLst>
                      <p:childTnLst>
                        <p:par>
                          <p:cTn id="426" fill="hold">
                            <p:stCondLst>
                              <p:cond delay="0"/>
                            </p:stCondLst>
                            <p:childTnLst>
                              <p:par>
                                <p:cTn id="427" nodeType="clickEffect" fill="hold" presetClass="entr" presetID="1">
                                  <p:stCondLst>
                                    <p:cond delay="0"/>
                                  </p:stCondLst>
                                  <p:childTnLst>
                                    <p:set>
                                      <p:cBhvr>
                                        <p:cTn id="428" dur="1" fill="hold">
                                          <p:stCondLst>
                                            <p:cond delay="0"/>
                                          </p:stCondLst>
                                        </p:cTn>
                                        <p:tgtEl>
                                          <p:spTgt spid="956">
                                            <p:txEl>
                                              <p:pRg st="3" end="3"/>
                                            </p:txEl>
                                          </p:spTgt>
                                        </p:tgtEl>
                                        <p:attrNameLst>
                                          <p:attrName>style.visibility</p:attrName>
                                        </p:attrNameLst>
                                      </p:cBhvr>
                                      <p:to>
                                        <p:strVal val="visible"/>
                                      </p:to>
                                    </p:set>
                                  </p:childTnLst>
                                </p:cTn>
                              </p:par>
                              <p:par>
                                <p:cTn id="429" nodeType="withEffect" fill="hold" presetClass="entr" presetID="1">
                                  <p:stCondLst>
                                    <p:cond delay="0"/>
                                  </p:stCondLst>
                                  <p:childTnLst>
                                    <p:set>
                                      <p:cBhvr>
                                        <p:cTn id="430" dur="1" fill="hold">
                                          <p:stCondLst>
                                            <p:cond delay="0"/>
                                          </p:stCondLst>
                                        </p:cTn>
                                        <p:tgtEl>
                                          <p:spTgt spid="956">
                                            <p:txEl>
                                              <p:pRg st="4" end="4"/>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nodeType="clickEffect" fill="hold" presetClass="entr" presetID="1">
                                  <p:stCondLst>
                                    <p:cond delay="0"/>
                                  </p:stCondLst>
                                  <p:childTnLst>
                                    <p:set>
                                      <p:cBhvr>
                                        <p:cTn id="434" dur="1" fill="hold">
                                          <p:stCondLst>
                                            <p:cond delay="0"/>
                                          </p:stCondLst>
                                        </p:cTn>
                                        <p:tgtEl>
                                          <p:spTgt spid="956">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9"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(Whitten)</a:t>
            </a:r>
            <a:endParaRPr b="0" lang="es-AR" sz="4000" spc="-1" strike="noStrike">
              <a:solidFill>
                <a:srgbClr val="000000"/>
              </a:solidFill>
              <a:latin typeface="Arial"/>
            </a:endParaRPr>
          </a:p>
        </p:txBody>
      </p:sp>
      <p:sp>
        <p:nvSpPr>
          <p:cNvPr id="960" name="PlaceHolder 2"/>
          <p:cNvSpPr>
            <a:spLocks noGrp="1"/>
          </p:cNvSpPr>
          <p:nvPr>
            <p:ph type="sldNum" idx="99"/>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BF0D5D1A-2D89-4801-9F3A-70F023DEDD5C}"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61" name="PlaceHolder 3"/>
          <p:cNvSpPr>
            <a:spLocks noGrp="1"/>
          </p:cNvSpPr>
          <p:nvPr>
            <p:ph/>
          </p:nvPr>
        </p:nvSpPr>
        <p:spPr>
          <a:xfrm>
            <a:off x="626040" y="1902600"/>
            <a:ext cx="9832320" cy="4478400"/>
          </a:xfrm>
          <a:prstGeom prst="rect">
            <a:avLst/>
          </a:prstGeom>
          <a:noFill/>
          <a:ln w="0">
            <a:noFill/>
          </a:ln>
        </p:spPr>
        <p:txBody>
          <a:bodyPr anchor="t">
            <a:noAutofit/>
          </a:bodyPr>
          <a:p>
            <a:pPr marL="68760" indent="-203040">
              <a:lnSpc>
                <a:spcPct val="85000"/>
              </a:lnSpc>
              <a:buClr>
                <a:srgbClr val="c00000"/>
              </a:buClr>
              <a:buFont typeface="Arial"/>
              <a:buChar char="»"/>
            </a:pPr>
            <a:r>
              <a:rPr b="0" lang="es-ES" sz="3200" spc="-1" strike="noStrike">
                <a:solidFill>
                  <a:srgbClr val="3f3f3f"/>
                </a:solidFill>
                <a:latin typeface="Calibri"/>
                <a:ea typeface="Calibri"/>
              </a:rPr>
              <a:t>Cómo conducir la entrevista</a:t>
            </a:r>
            <a:endParaRPr b="0" lang="es-AR" sz="32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3200" spc="-1" strike="noStrike">
                <a:solidFill>
                  <a:srgbClr val="3f3f3f"/>
                </a:solidFill>
                <a:latin typeface="Calibri"/>
                <a:ea typeface="Calibri"/>
              </a:rPr>
              <a:t>Selección del entrevistado</a:t>
            </a:r>
            <a:endParaRPr b="0" lang="es-AR" sz="32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Según el requerimiento a analizar</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Conocer sus fortalezas, prejuicios y motivaciones</a:t>
            </a:r>
            <a:endParaRPr b="0" lang="es-AR" sz="24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2000" spc="-1" strike="noStrike">
                <a:solidFill>
                  <a:srgbClr val="3f3f3f"/>
                </a:solidFill>
                <a:latin typeface="Calibri"/>
                <a:ea typeface="Calibri"/>
              </a:rPr>
              <a:t>Armar la entrevista en base a las características de la persona</a:t>
            </a:r>
            <a:endParaRPr b="0" lang="es-AR" sz="20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Hacer una cita (no llegar sin avisar)</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Respetar el horario de trabajo</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Establecer la duración de la entrevista</a:t>
            </a:r>
            <a:endParaRPr b="0" lang="es-AR" sz="24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2000" spc="-1" strike="noStrike">
                <a:solidFill>
                  <a:srgbClr val="3f3f3f"/>
                </a:solidFill>
                <a:latin typeface="Calibri"/>
                <a:ea typeface="Calibri"/>
              </a:rPr>
              <a:t>Cuanto mayor es el cargo del entrevistado menor tiempo se debe utilizar</a:t>
            </a:r>
            <a:endParaRPr b="0" lang="es-AR" sz="20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Obtener el permiso del supervisor o jefe </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La entrevista es personal y debe realizarse en un lugar privado</a:t>
            </a:r>
            <a:endParaRPr b="0" lang="es-AR" sz="2400" spc="-1" strike="noStrike">
              <a:solidFill>
                <a:srgbClr val="000000"/>
              </a:solidFill>
              <a:latin typeface="Arial"/>
            </a:endParaRPr>
          </a:p>
        </p:txBody>
      </p:sp>
      <p:sp>
        <p:nvSpPr>
          <p:cNvPr id="962" name="Google Shape;1056;p136"/>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Tree>
  </p:cSld>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3"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(Whitten)</a:t>
            </a:r>
            <a:endParaRPr b="0" lang="es-AR" sz="4000" spc="-1" strike="noStrike">
              <a:solidFill>
                <a:srgbClr val="000000"/>
              </a:solidFill>
              <a:latin typeface="Arial"/>
            </a:endParaRPr>
          </a:p>
        </p:txBody>
      </p:sp>
      <p:sp>
        <p:nvSpPr>
          <p:cNvPr id="964" name="PlaceHolder 2"/>
          <p:cNvSpPr>
            <a:spLocks noGrp="1"/>
          </p:cNvSpPr>
          <p:nvPr>
            <p:ph type="sldNum" idx="100"/>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38C98FE8-23CD-48B8-BE07-93EC2B04272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65"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177840">
              <a:lnSpc>
                <a:spcPct val="85000"/>
              </a:lnSpc>
              <a:buClr>
                <a:srgbClr val="c00000"/>
              </a:buClr>
              <a:buFont typeface="Arial"/>
              <a:buChar char="»"/>
            </a:pPr>
            <a:r>
              <a:rPr b="0" lang="es-ES" sz="2800" spc="-1" strike="noStrike">
                <a:solidFill>
                  <a:srgbClr val="3f3f3f"/>
                </a:solidFill>
                <a:latin typeface="Calibri"/>
                <a:ea typeface="Calibri"/>
              </a:rPr>
              <a:t>Cómo conducir la entrevista</a:t>
            </a:r>
            <a:endParaRPr b="0" lang="es-AR" sz="28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800" spc="-1" strike="noStrike">
                <a:solidFill>
                  <a:srgbClr val="3f3f3f"/>
                </a:solidFill>
                <a:latin typeface="Calibri"/>
                <a:ea typeface="Calibri"/>
              </a:rPr>
              <a:t>Preparación de la entrevista</a:t>
            </a:r>
            <a:endParaRPr b="0" lang="es-AR" sz="28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Informar al entrevistado el tema a tratar antes de la reunión </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Definir un “Guión de Entrevista”</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Se deben evitar preguntas sesgadas o con intención, amenazantes o críticas</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Usar lenguaje claro y conciso</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No incluir opinión como parte de la pregunta</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Evitar realizar preguntas largas y complejas </a:t>
            </a:r>
            <a:endParaRPr b="0" lang="es-AR" sz="2400" spc="-1" strike="noStrike">
              <a:solidFill>
                <a:srgbClr val="000000"/>
              </a:solidFill>
              <a:latin typeface="Arial"/>
            </a:endParaRPr>
          </a:p>
        </p:txBody>
      </p:sp>
      <p:sp>
        <p:nvSpPr>
          <p:cNvPr id="966" name="Google Shape;1064;p137"/>
          <p:cNvSpPr/>
          <p:nvPr/>
        </p:nvSpPr>
        <p:spPr>
          <a:xfrm>
            <a:off x="4973040" y="18360"/>
            <a:ext cx="413100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pic>
        <p:nvPicPr>
          <p:cNvPr id="967" name="Google Shape;1065;p137" descr="http://www.rosabonilla.com/blog/wp-content/uploads/2013/04/537588-300x242.gif"/>
          <p:cNvPicPr/>
          <p:nvPr/>
        </p:nvPicPr>
        <p:blipFill>
          <a:blip r:embed="rId1"/>
          <a:stretch/>
        </p:blipFill>
        <p:spPr>
          <a:xfrm>
            <a:off x="8152920" y="3861000"/>
            <a:ext cx="2557800" cy="2016000"/>
          </a:xfrm>
          <a:prstGeom prst="rect">
            <a:avLst/>
          </a:prstGeom>
          <a:ln w="0">
            <a:noFill/>
          </a:ln>
        </p:spPr>
      </p:pic>
    </p:spTree>
  </p:cSld>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type="sldNum" idx="101"/>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25A202DB-B67F-45FA-BC84-A66308AE17A4}"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69" name="Google Shape;1071;p138"/>
          <p:cNvSpPr/>
          <p:nvPr/>
        </p:nvSpPr>
        <p:spPr>
          <a:xfrm>
            <a:off x="0" y="332640"/>
            <a:ext cx="2649960" cy="822600"/>
          </a:xfrm>
          <a:prstGeom prst="rect">
            <a:avLst/>
          </a:prstGeom>
          <a:noFill/>
          <a:ln w="0">
            <a:noFill/>
          </a:ln>
        </p:spPr>
        <p:style>
          <a:lnRef idx="0"/>
          <a:fillRef idx="0"/>
          <a:effectRef idx="0"/>
          <a:fontRef idx="minor"/>
        </p:style>
        <p:txBody>
          <a:bodyPr anchor="t">
            <a:spAutoFit/>
          </a:bodyPr>
          <a:p>
            <a:pPr algn="ctr">
              <a:lnSpc>
                <a:spcPct val="100000"/>
              </a:lnSpc>
              <a:tabLst>
                <a:tab algn="l" pos="0"/>
              </a:tabLst>
            </a:pPr>
            <a:r>
              <a:rPr b="1" lang="es-ES" sz="2400" spc="-1" strike="noStrike">
                <a:solidFill>
                  <a:srgbClr val="4b5064"/>
                </a:solidFill>
                <a:latin typeface="Calibri"/>
                <a:ea typeface="Calibri"/>
              </a:rPr>
              <a:t>Guión de una Entrevista (1)</a:t>
            </a:r>
            <a:endParaRPr b="0" lang="es-AR" sz="2400" spc="-1" strike="noStrike">
              <a:solidFill>
                <a:srgbClr val="000000"/>
              </a:solidFill>
              <a:latin typeface="Arial"/>
            </a:endParaRPr>
          </a:p>
        </p:txBody>
      </p:sp>
      <p:pic>
        <p:nvPicPr>
          <p:cNvPr id="970" name="Google Shape;1072;p138" descr=""/>
          <p:cNvPicPr/>
          <p:nvPr/>
        </p:nvPicPr>
        <p:blipFill>
          <a:blip r:embed="rId1"/>
          <a:stretch/>
        </p:blipFill>
        <p:spPr>
          <a:xfrm>
            <a:off x="2895480" y="0"/>
            <a:ext cx="6437160" cy="6767280"/>
          </a:xfrm>
          <a:prstGeom prst="rect">
            <a:avLst/>
          </a:prstGeom>
          <a:ln w="0">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1" name="PlaceHolder 1"/>
          <p:cNvSpPr>
            <a:spLocks noGrp="1"/>
          </p:cNvSpPr>
          <p:nvPr>
            <p:ph type="sldNum" idx="102"/>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C47DDBAB-C7D8-44A8-83FC-010BD13557FC}"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72" name="Google Shape;1078;g1e58aeebf75_0_1"/>
          <p:cNvSpPr/>
          <p:nvPr/>
        </p:nvSpPr>
        <p:spPr>
          <a:xfrm>
            <a:off x="0" y="332640"/>
            <a:ext cx="2649960" cy="822600"/>
          </a:xfrm>
          <a:prstGeom prst="rect">
            <a:avLst/>
          </a:prstGeom>
          <a:noFill/>
          <a:ln w="0">
            <a:noFill/>
          </a:ln>
        </p:spPr>
        <p:style>
          <a:lnRef idx="0"/>
          <a:fillRef idx="0"/>
          <a:effectRef idx="0"/>
          <a:fontRef idx="minor"/>
        </p:style>
        <p:txBody>
          <a:bodyPr anchor="t">
            <a:spAutoFit/>
          </a:bodyPr>
          <a:p>
            <a:pPr algn="ctr">
              <a:lnSpc>
                <a:spcPct val="100000"/>
              </a:lnSpc>
              <a:tabLst>
                <a:tab algn="l" pos="0"/>
              </a:tabLst>
            </a:pPr>
            <a:r>
              <a:rPr b="1" lang="es-ES" sz="2400" spc="-1" strike="noStrike">
                <a:solidFill>
                  <a:srgbClr val="4b5064"/>
                </a:solidFill>
                <a:latin typeface="Calibri"/>
                <a:ea typeface="Calibri"/>
              </a:rPr>
              <a:t>Guión de una Entrevista (2)</a:t>
            </a:r>
            <a:endParaRPr b="0" lang="es-AR" sz="2400" spc="-1" strike="noStrike">
              <a:solidFill>
                <a:srgbClr val="000000"/>
              </a:solidFill>
              <a:latin typeface="Arial"/>
            </a:endParaRPr>
          </a:p>
        </p:txBody>
      </p:sp>
      <p:pic>
        <p:nvPicPr>
          <p:cNvPr id="973" name="Google Shape;1079;g1e58aeebf75_0_1" descr=""/>
          <p:cNvPicPr/>
          <p:nvPr/>
        </p:nvPicPr>
        <p:blipFill>
          <a:blip r:embed="rId1"/>
          <a:stretch/>
        </p:blipFill>
        <p:spPr>
          <a:xfrm>
            <a:off x="3126960" y="71280"/>
            <a:ext cx="6545160" cy="6483240"/>
          </a:xfrm>
          <a:prstGeom prst="rect">
            <a:avLst/>
          </a:prstGeom>
          <a:ln w="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(Whitten)</a:t>
            </a:r>
            <a:endParaRPr b="0" lang="es-AR" sz="4000" spc="-1" strike="noStrike">
              <a:solidFill>
                <a:srgbClr val="000000"/>
              </a:solidFill>
              <a:latin typeface="Arial"/>
            </a:endParaRPr>
          </a:p>
        </p:txBody>
      </p:sp>
      <p:sp>
        <p:nvSpPr>
          <p:cNvPr id="975" name="PlaceHolder 2"/>
          <p:cNvSpPr>
            <a:spLocks noGrp="1"/>
          </p:cNvSpPr>
          <p:nvPr>
            <p:ph/>
          </p:nvPr>
        </p:nvSpPr>
        <p:spPr>
          <a:xfrm>
            <a:off x="626040" y="1902600"/>
            <a:ext cx="9832320" cy="4478400"/>
          </a:xfrm>
          <a:prstGeom prst="rect">
            <a:avLst/>
          </a:prstGeom>
          <a:noFill/>
          <a:ln w="0">
            <a:noFill/>
          </a:ln>
        </p:spPr>
        <p:txBody>
          <a:bodyPr anchor="t">
            <a:normAutofit/>
          </a:bodyPr>
          <a:p>
            <a:pPr marL="68760" indent="-190440">
              <a:lnSpc>
                <a:spcPct val="85000"/>
              </a:lnSpc>
              <a:buClr>
                <a:srgbClr val="c00000"/>
              </a:buClr>
              <a:buFont typeface="Arial"/>
              <a:buChar char="»"/>
            </a:pPr>
            <a:r>
              <a:rPr b="0" lang="es-ES" sz="3000" spc="-1" strike="noStrike">
                <a:solidFill>
                  <a:srgbClr val="3f3f3f"/>
                </a:solidFill>
                <a:latin typeface="Calibri"/>
                <a:ea typeface="Calibri"/>
              </a:rPr>
              <a:t>Cómo conducir la entrevista</a:t>
            </a:r>
            <a:endParaRPr b="0" lang="es-AR" sz="30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200" spc="-1" strike="noStrike">
                <a:solidFill>
                  <a:srgbClr val="3f3f3f"/>
                </a:solidFill>
                <a:latin typeface="Calibri"/>
                <a:ea typeface="Calibri"/>
              </a:rPr>
              <a:t>Respete el horario y los tiempos definidos</a:t>
            </a:r>
            <a:endParaRPr b="0" lang="es-AR" sz="22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200" spc="-1" strike="noStrike">
                <a:solidFill>
                  <a:srgbClr val="3f3f3f"/>
                </a:solidFill>
                <a:latin typeface="Calibri"/>
                <a:ea typeface="Calibri"/>
              </a:rPr>
              <a:t>Si es en una sala de reunión llegue antes para asegurar las condiciones de la misma</a:t>
            </a:r>
            <a:endParaRPr b="0" lang="es-AR" sz="22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200" spc="-1" strike="noStrike">
                <a:solidFill>
                  <a:srgbClr val="3f3f3f"/>
                </a:solidFill>
                <a:latin typeface="Calibri"/>
                <a:ea typeface="Calibri"/>
              </a:rPr>
              <a:t>Inicie la entrevista saludando, presentándose y agradeciendo la atención</a:t>
            </a:r>
            <a:endParaRPr b="0" lang="es-AR" sz="22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200" spc="-1" strike="noStrike">
                <a:solidFill>
                  <a:srgbClr val="3f3f3f"/>
                </a:solidFill>
                <a:latin typeface="Calibri"/>
                <a:ea typeface="Calibri"/>
              </a:rPr>
              <a:t>Mencione el propósito de la misma y la duración </a:t>
            </a:r>
            <a:endParaRPr b="0" lang="es-AR" sz="22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200" spc="-1" strike="noStrike">
                <a:solidFill>
                  <a:srgbClr val="3f3f3f"/>
                </a:solidFill>
                <a:latin typeface="Calibri"/>
                <a:ea typeface="Calibri"/>
              </a:rPr>
              <a:t>Escuche con atención y observe al entrevistado, tome nota de las respuestas verbales y no verbales </a:t>
            </a:r>
            <a:endParaRPr b="0" lang="es-AR" sz="22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200" spc="-1" strike="noStrike">
                <a:solidFill>
                  <a:srgbClr val="3f3f3f"/>
                </a:solidFill>
                <a:latin typeface="Calibri"/>
                <a:ea typeface="Calibri"/>
              </a:rPr>
              <a:t>Concluya la entrevista expresando su agradecimiento</a:t>
            </a:r>
            <a:endParaRPr b="0" lang="es-AR" sz="22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200" spc="-1" strike="noStrike">
                <a:solidFill>
                  <a:srgbClr val="3f3f3f"/>
                </a:solidFill>
                <a:latin typeface="Calibri"/>
                <a:ea typeface="Calibri"/>
              </a:rPr>
              <a:t>Haga una breve conclusión de la entrevista para ganar la confianza del entrevistado</a:t>
            </a:r>
            <a:endParaRPr b="0" lang="es-AR" sz="2200" spc="-1" strike="noStrike">
              <a:solidFill>
                <a:srgbClr val="000000"/>
              </a:solidFill>
              <a:latin typeface="Arial"/>
            </a:endParaRPr>
          </a:p>
          <a:p>
            <a:pPr marL="260640" indent="0">
              <a:lnSpc>
                <a:spcPct val="85000"/>
              </a:lnSpc>
              <a:spcBef>
                <a:spcPts val="451"/>
              </a:spcBef>
              <a:buNone/>
              <a:tabLst>
                <a:tab algn="l" pos="0"/>
              </a:tabLst>
            </a:pPr>
            <a:endParaRPr b="0" lang="es-AR" sz="1800" spc="-1" strike="noStrike">
              <a:solidFill>
                <a:srgbClr val="000000"/>
              </a:solidFill>
              <a:latin typeface="Arial"/>
            </a:endParaRPr>
          </a:p>
          <a:p>
            <a:pPr marL="68760" indent="0">
              <a:lnSpc>
                <a:spcPct val="85000"/>
              </a:lnSpc>
              <a:spcBef>
                <a:spcPts val="975"/>
              </a:spcBef>
              <a:buNone/>
              <a:tabLst>
                <a:tab algn="l" pos="0"/>
              </a:tabLst>
            </a:pPr>
            <a:endParaRPr b="0" lang="es-AR" sz="2000" spc="-1" strike="noStrike">
              <a:solidFill>
                <a:srgbClr val="000000"/>
              </a:solidFill>
              <a:latin typeface="Arial"/>
            </a:endParaRPr>
          </a:p>
        </p:txBody>
      </p:sp>
      <p:sp>
        <p:nvSpPr>
          <p:cNvPr id="976" name="Google Shape;1086;p139"/>
          <p:cNvSpPr/>
          <p:nvPr/>
        </p:nvSpPr>
        <p:spPr>
          <a:xfrm>
            <a:off x="4590360" y="18360"/>
            <a:ext cx="550836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977" name="Google Shape;1087;p139"/>
          <p:cNvSpPr/>
          <p:nvPr/>
        </p:nvSpPr>
        <p:spPr>
          <a:xfrm>
            <a:off x="6331320" y="6509880"/>
            <a:ext cx="1693800" cy="556920"/>
          </a:xfrm>
          <a:prstGeom prst="rect">
            <a:avLst/>
          </a:prstGeom>
          <a:noFill/>
          <a:ln w="0">
            <a:noFill/>
          </a:ln>
        </p:spPr>
        <p:style>
          <a:lnRef idx="0"/>
          <a:fillRef idx="0"/>
          <a:effectRef idx="0"/>
          <a:fontRef idx="minor"/>
        </p:style>
        <p:txBody>
          <a:bodyPr anchor="t">
            <a:spAutoFit/>
          </a:bodyPr>
          <a:p>
            <a:pPr>
              <a:lnSpc>
                <a:spcPct val="85000"/>
              </a:lnSpc>
              <a:tabLst>
                <a:tab algn="l" pos="0"/>
              </a:tabLst>
            </a:pPr>
            <a:r>
              <a:rPr b="0" lang="es-ES" sz="1800" spc="-1" strike="noStrike">
                <a:solidFill>
                  <a:srgbClr val="262626"/>
                </a:solidFill>
                <a:latin typeface="Calibri"/>
                <a:ea typeface="Calibri"/>
              </a:rPr>
              <a:t>Whitten Bentley</a:t>
            </a:r>
            <a:endParaRPr b="0" lang="es-AR" sz="1800" spc="-1" strike="noStrike">
              <a:solidFill>
                <a:srgbClr val="000000"/>
              </a:solidFill>
              <a:latin typeface="Arial"/>
            </a:endParaRPr>
          </a:p>
        </p:txBody>
      </p:sp>
      <p:sp>
        <p:nvSpPr>
          <p:cNvPr id="978" name="PlaceHolder 3"/>
          <p:cNvSpPr>
            <a:spLocks noGrp="1"/>
          </p:cNvSpPr>
          <p:nvPr>
            <p:ph type="sldNum" idx="103"/>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F032FB0B-D254-44EB-A622-4A68AC51C0C5}"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Tree>
  </p:cSld>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9" name="PlaceHolder 1"/>
          <p:cNvSpPr>
            <a:spLocks noGrp="1"/>
          </p:cNvSpPr>
          <p:nvPr>
            <p:ph type="title"/>
          </p:nvPr>
        </p:nvSpPr>
        <p:spPr>
          <a:xfrm>
            <a:off x="626040" y="499680"/>
            <a:ext cx="10850040" cy="1272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(Whitten)</a:t>
            </a:r>
            <a:endParaRPr b="0" lang="es-AR" sz="4000" spc="-1" strike="noStrike">
              <a:solidFill>
                <a:srgbClr val="000000"/>
              </a:solidFill>
              <a:latin typeface="Arial"/>
            </a:endParaRPr>
          </a:p>
        </p:txBody>
      </p:sp>
      <p:sp>
        <p:nvSpPr>
          <p:cNvPr id="980" name="PlaceHolder 2"/>
          <p:cNvSpPr>
            <a:spLocks noGrp="1"/>
          </p:cNvSpPr>
          <p:nvPr>
            <p:ph/>
          </p:nvPr>
        </p:nvSpPr>
        <p:spPr>
          <a:xfrm>
            <a:off x="637920" y="1941840"/>
            <a:ext cx="4681800" cy="3767040"/>
          </a:xfrm>
          <a:prstGeom prst="rect">
            <a:avLst/>
          </a:prstGeom>
          <a:noFill/>
          <a:ln w="0">
            <a:noFill/>
          </a:ln>
        </p:spPr>
        <p:txBody>
          <a:bodyPr anchor="t">
            <a:noAutofit/>
          </a:bodyPr>
          <a:p>
            <a:pPr marL="68760" indent="-203040">
              <a:lnSpc>
                <a:spcPct val="85000"/>
              </a:lnSpc>
              <a:buClr>
                <a:srgbClr val="c00000"/>
              </a:buClr>
              <a:buFont typeface="Arial"/>
              <a:buChar char="»"/>
            </a:pPr>
            <a:r>
              <a:rPr b="0" lang="es-ES" sz="3200" spc="-1" strike="noStrike">
                <a:solidFill>
                  <a:srgbClr val="3f3f3f"/>
                </a:solidFill>
                <a:latin typeface="Calibri"/>
                <a:ea typeface="Calibri"/>
              </a:rPr>
              <a:t>Debe</a:t>
            </a:r>
            <a:endParaRPr b="0" lang="es-AR" sz="32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Vestirse adecuadamente</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Ser cortés</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Escuchar cuidadosamente</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Mantener el control</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Observar los gestos </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Ser paciente</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Mantener al entrevistado en calma</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Mantener el autocontrol</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Arial"/>
              <a:buChar char=" "/>
            </a:pPr>
            <a:r>
              <a:rPr b="0" lang="es-ES" sz="2400" spc="-1" strike="noStrike">
                <a:solidFill>
                  <a:srgbClr val="3f3f3f"/>
                </a:solidFill>
                <a:latin typeface="Calibri"/>
                <a:ea typeface="Calibri"/>
              </a:rPr>
              <a:t>Terminar a tiempo</a:t>
            </a:r>
            <a:endParaRPr b="0" lang="es-AR" sz="2400" spc="-1" strike="noStrike">
              <a:solidFill>
                <a:srgbClr val="000000"/>
              </a:solidFill>
              <a:latin typeface="Arial"/>
            </a:endParaRPr>
          </a:p>
        </p:txBody>
      </p:sp>
      <p:sp>
        <p:nvSpPr>
          <p:cNvPr id="981" name="PlaceHolder 3"/>
          <p:cNvSpPr>
            <a:spLocks noGrp="1"/>
          </p:cNvSpPr>
          <p:nvPr>
            <p:ph/>
          </p:nvPr>
        </p:nvSpPr>
        <p:spPr>
          <a:xfrm>
            <a:off x="6035760" y="1998000"/>
            <a:ext cx="4681800" cy="3767040"/>
          </a:xfrm>
          <a:prstGeom prst="rect">
            <a:avLst/>
          </a:prstGeom>
          <a:noFill/>
          <a:ln w="0">
            <a:noFill/>
          </a:ln>
        </p:spPr>
        <p:txBody>
          <a:bodyPr anchor="t">
            <a:normAutofit fontScale="97000"/>
          </a:bodyPr>
          <a:p>
            <a:pPr marL="66600" indent="-196920">
              <a:lnSpc>
                <a:spcPct val="75000"/>
              </a:lnSpc>
              <a:buClr>
                <a:srgbClr val="c00000"/>
              </a:buClr>
              <a:buFont typeface="Arial"/>
              <a:buChar char="»"/>
            </a:pPr>
            <a:r>
              <a:rPr b="0" lang="es-ES" sz="3200" spc="-1" strike="noStrike">
                <a:solidFill>
                  <a:srgbClr val="3f3f3f"/>
                </a:solidFill>
                <a:latin typeface="Calibri"/>
                <a:ea typeface="Calibri"/>
              </a:rPr>
              <a:t>Evite</a:t>
            </a:r>
            <a:endParaRPr b="0" lang="es-AR" sz="3200" spc="-1" strike="noStrike">
              <a:solidFill>
                <a:srgbClr val="000000"/>
              </a:solidFill>
              <a:latin typeface="Arial"/>
            </a:endParaRPr>
          </a:p>
          <a:p>
            <a:pPr lvl="1" marL="252720" indent="-249120">
              <a:lnSpc>
                <a:spcPct val="75000"/>
              </a:lnSpc>
              <a:spcBef>
                <a:spcPts val="451"/>
              </a:spcBef>
              <a:buClr>
                <a:srgbClr val="262626"/>
              </a:buClr>
              <a:buFont typeface="Arial"/>
              <a:buChar char=" "/>
            </a:pPr>
            <a:r>
              <a:rPr b="0" lang="es-ES" sz="2400" spc="-1" strike="noStrike">
                <a:solidFill>
                  <a:srgbClr val="3f3f3f"/>
                </a:solidFill>
                <a:latin typeface="Calibri"/>
                <a:ea typeface="Calibri"/>
              </a:rPr>
              <a:t>Suponer que una respuesta no lleva a ningún lado</a:t>
            </a:r>
            <a:endParaRPr b="0" lang="es-AR" sz="2400" spc="-1" strike="noStrike">
              <a:solidFill>
                <a:srgbClr val="000000"/>
              </a:solidFill>
              <a:latin typeface="Arial"/>
            </a:endParaRPr>
          </a:p>
          <a:p>
            <a:pPr lvl="1" marL="252720" indent="-249120">
              <a:lnSpc>
                <a:spcPct val="75000"/>
              </a:lnSpc>
              <a:spcBef>
                <a:spcPts val="451"/>
              </a:spcBef>
              <a:buClr>
                <a:srgbClr val="262626"/>
              </a:buClr>
              <a:buFont typeface="Arial"/>
              <a:buChar char=" "/>
            </a:pPr>
            <a:r>
              <a:rPr b="0" lang="es-ES" sz="2400" spc="-1" strike="noStrike">
                <a:solidFill>
                  <a:srgbClr val="3f3f3f"/>
                </a:solidFill>
                <a:latin typeface="Calibri"/>
                <a:ea typeface="Calibri"/>
              </a:rPr>
              <a:t>Revelar pistas </a:t>
            </a:r>
            <a:endParaRPr b="0" lang="es-AR" sz="2400" spc="-1" strike="noStrike">
              <a:solidFill>
                <a:srgbClr val="000000"/>
              </a:solidFill>
              <a:latin typeface="Arial"/>
            </a:endParaRPr>
          </a:p>
          <a:p>
            <a:pPr lvl="1" marL="252720" indent="-249120">
              <a:lnSpc>
                <a:spcPct val="75000"/>
              </a:lnSpc>
              <a:spcBef>
                <a:spcPts val="451"/>
              </a:spcBef>
              <a:buClr>
                <a:srgbClr val="262626"/>
              </a:buClr>
              <a:buFont typeface="Arial"/>
              <a:buChar char=" "/>
            </a:pPr>
            <a:r>
              <a:rPr b="0" lang="es-ES" sz="2400" spc="-1" strike="noStrike">
                <a:solidFill>
                  <a:srgbClr val="3f3f3f"/>
                </a:solidFill>
                <a:latin typeface="Calibri"/>
                <a:ea typeface="Calibri"/>
              </a:rPr>
              <a:t>Usar jerga</a:t>
            </a:r>
            <a:endParaRPr b="0" lang="es-AR" sz="2400" spc="-1" strike="noStrike">
              <a:solidFill>
                <a:srgbClr val="000000"/>
              </a:solidFill>
              <a:latin typeface="Arial"/>
            </a:endParaRPr>
          </a:p>
          <a:p>
            <a:pPr lvl="1" marL="252720" indent="-249120">
              <a:lnSpc>
                <a:spcPct val="75000"/>
              </a:lnSpc>
              <a:spcBef>
                <a:spcPts val="451"/>
              </a:spcBef>
              <a:buClr>
                <a:srgbClr val="262626"/>
              </a:buClr>
              <a:buFont typeface="Arial"/>
              <a:buChar char=" "/>
            </a:pPr>
            <a:r>
              <a:rPr b="0" lang="es-ES" sz="2400" spc="-1" strike="noStrike">
                <a:solidFill>
                  <a:srgbClr val="3f3f3f"/>
                </a:solidFill>
                <a:latin typeface="Calibri"/>
                <a:ea typeface="Calibri"/>
              </a:rPr>
              <a:t>Revelar sesgos personales</a:t>
            </a:r>
            <a:endParaRPr b="0" lang="es-AR" sz="2400" spc="-1" strike="noStrike">
              <a:solidFill>
                <a:srgbClr val="000000"/>
              </a:solidFill>
              <a:latin typeface="Arial"/>
            </a:endParaRPr>
          </a:p>
          <a:p>
            <a:pPr lvl="1" marL="252720" indent="-249120">
              <a:lnSpc>
                <a:spcPct val="75000"/>
              </a:lnSpc>
              <a:spcBef>
                <a:spcPts val="451"/>
              </a:spcBef>
              <a:buClr>
                <a:srgbClr val="262626"/>
              </a:buClr>
              <a:buFont typeface="Arial"/>
              <a:buChar char=" "/>
            </a:pPr>
            <a:r>
              <a:rPr b="0" lang="es-ES" sz="2400" spc="-1" strike="noStrike">
                <a:solidFill>
                  <a:srgbClr val="3f3f3f"/>
                </a:solidFill>
                <a:latin typeface="Calibri"/>
                <a:ea typeface="Calibri"/>
              </a:rPr>
              <a:t>Hablar en lugar de escuchar</a:t>
            </a:r>
            <a:endParaRPr b="0" lang="es-AR" sz="2400" spc="-1" strike="noStrike">
              <a:solidFill>
                <a:srgbClr val="000000"/>
              </a:solidFill>
              <a:latin typeface="Arial"/>
            </a:endParaRPr>
          </a:p>
          <a:p>
            <a:pPr lvl="1" marL="252720" indent="-249120">
              <a:lnSpc>
                <a:spcPct val="75000"/>
              </a:lnSpc>
              <a:spcBef>
                <a:spcPts val="451"/>
              </a:spcBef>
              <a:buClr>
                <a:srgbClr val="262626"/>
              </a:buClr>
              <a:buFont typeface="Arial"/>
              <a:buChar char=" "/>
            </a:pPr>
            <a:r>
              <a:rPr b="0" lang="es-ES" sz="2400" spc="-1" strike="noStrike">
                <a:solidFill>
                  <a:srgbClr val="3f3f3f"/>
                </a:solidFill>
                <a:latin typeface="Calibri"/>
                <a:ea typeface="Calibri"/>
              </a:rPr>
              <a:t>Suponer cualquier cosa acerca del tema o del entrevistado</a:t>
            </a:r>
            <a:endParaRPr b="0" lang="es-AR" sz="2400" spc="-1" strike="noStrike">
              <a:solidFill>
                <a:srgbClr val="000000"/>
              </a:solidFill>
              <a:latin typeface="Arial"/>
            </a:endParaRPr>
          </a:p>
          <a:p>
            <a:pPr lvl="1" marL="252720" indent="-249120">
              <a:lnSpc>
                <a:spcPct val="75000"/>
              </a:lnSpc>
              <a:spcBef>
                <a:spcPts val="451"/>
              </a:spcBef>
              <a:buClr>
                <a:srgbClr val="262626"/>
              </a:buClr>
              <a:buFont typeface="Arial"/>
              <a:buChar char=" "/>
            </a:pPr>
            <a:r>
              <a:rPr b="0" lang="es-ES" sz="2400" spc="-1" strike="noStrike">
                <a:solidFill>
                  <a:srgbClr val="3f3f3f"/>
                </a:solidFill>
                <a:latin typeface="Calibri"/>
                <a:ea typeface="Calibri"/>
              </a:rPr>
              <a:t>Uso de grabadores (señal de debilidad de escuchar)</a:t>
            </a:r>
            <a:endParaRPr b="0" lang="es-AR" sz="2400" spc="-1" strike="noStrike">
              <a:solidFill>
                <a:srgbClr val="000000"/>
              </a:solidFill>
              <a:latin typeface="Arial"/>
            </a:endParaRPr>
          </a:p>
          <a:p>
            <a:pPr marL="66600" indent="0">
              <a:lnSpc>
                <a:spcPct val="75000"/>
              </a:lnSpc>
              <a:spcBef>
                <a:spcPts val="975"/>
              </a:spcBef>
              <a:buNone/>
              <a:tabLst>
                <a:tab algn="l" pos="0"/>
              </a:tabLst>
            </a:pPr>
            <a:endParaRPr b="0" lang="es-AR" sz="1800" spc="-1" strike="noStrike">
              <a:solidFill>
                <a:srgbClr val="000000"/>
              </a:solidFill>
              <a:latin typeface="Arial"/>
            </a:endParaRPr>
          </a:p>
        </p:txBody>
      </p:sp>
      <p:sp>
        <p:nvSpPr>
          <p:cNvPr id="982" name="PlaceHolder 4"/>
          <p:cNvSpPr>
            <a:spLocks noGrp="1"/>
          </p:cNvSpPr>
          <p:nvPr>
            <p:ph/>
          </p:nvPr>
        </p:nvSpPr>
        <p:spPr>
          <a:xfrm>
            <a:off x="5976000" y="6509520"/>
            <a:ext cx="2170800" cy="304920"/>
          </a:xfrm>
          <a:prstGeom prst="rect">
            <a:avLst/>
          </a:prstGeom>
          <a:noFill/>
          <a:ln w="0">
            <a:noFill/>
          </a:ln>
        </p:spPr>
        <p:txBody>
          <a:bodyPr anchor="t">
            <a:noAutofit/>
          </a:bodyPr>
          <a:p>
            <a:pPr indent="0">
              <a:spcBef>
                <a:spcPts val="1417"/>
              </a:spcBef>
              <a:buNone/>
            </a:pPr>
            <a:endParaRPr b="0" lang="es-AR" sz="820" spc="-1" strike="noStrike">
              <a:solidFill>
                <a:srgbClr val="888888"/>
              </a:solidFill>
              <a:latin typeface="Arial"/>
              <a:ea typeface="Arial"/>
            </a:endParaRPr>
          </a:p>
        </p:txBody>
      </p:sp>
      <p:sp>
        <p:nvSpPr>
          <p:cNvPr id="983" name="Google Shape;1097;p140"/>
          <p:cNvSpPr/>
          <p:nvPr/>
        </p:nvSpPr>
        <p:spPr>
          <a:xfrm>
            <a:off x="4590360" y="18360"/>
            <a:ext cx="550836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2012</a:t>
            </a:r>
            <a:endParaRPr b="0" lang="es-AR" sz="1200" spc="-1" strike="noStrike">
              <a:solidFill>
                <a:srgbClr val="000000"/>
              </a:solidFill>
              <a:latin typeface="Arial"/>
            </a:endParaRPr>
          </a:p>
        </p:txBody>
      </p:sp>
      <p:sp>
        <p:nvSpPr>
          <p:cNvPr id="984" name="PlaceHolder 5"/>
          <p:cNvSpPr>
            <a:spLocks noGrp="1"/>
          </p:cNvSpPr>
          <p:nvPr>
            <p:ph type="ftr" idx="104"/>
          </p:nvPr>
        </p:nvSpPr>
        <p:spPr>
          <a:xfrm>
            <a:off x="169560" y="6554520"/>
            <a:ext cx="2163240" cy="212760"/>
          </a:xfrm>
          <a:prstGeom prst="rect">
            <a:avLst/>
          </a:prstGeom>
          <a:noFill/>
          <a:ln w="0">
            <a:noFill/>
          </a:ln>
        </p:spPr>
        <p:txBody>
          <a:bodyPr anchor="t">
            <a:noAutofit/>
          </a:bodyPr>
          <a:lstStyle>
            <a:lvl1pPr indent="0">
              <a:lnSpc>
                <a:spcPct val="100000"/>
              </a:lnSpc>
              <a:buNone/>
              <a:tabLst>
                <a:tab algn="l" pos="0"/>
              </a:tabLst>
              <a:defRPr b="1" lang="es-ES" sz="900" spc="-1" strike="noStrike">
                <a:solidFill>
                  <a:schemeClr val="lt1"/>
                </a:solidFill>
                <a:latin typeface="Calibri"/>
                <a:ea typeface="Calibri"/>
              </a:defRPr>
            </a:lvl1pPr>
          </a:lstStyle>
          <a:p>
            <a:pPr indent="0">
              <a:lnSpc>
                <a:spcPct val="100000"/>
              </a:lnSpc>
              <a:buNone/>
              <a:tabLst>
                <a:tab algn="l" pos="0"/>
              </a:tabLst>
            </a:pPr>
            <a:r>
              <a:rPr b="1" lang="es-ES" sz="900" spc="-1" strike="noStrike">
                <a:solidFill>
                  <a:schemeClr val="lt1"/>
                </a:solidFill>
                <a:latin typeface="Calibri"/>
                <a:ea typeface="Calibri"/>
              </a:rPr>
              <a:t>Ingeniería de Software I  2025</a:t>
            </a:r>
            <a:endParaRPr b="0" lang="es-AR" sz="900" spc="-1" strike="noStrike">
              <a:solidFill>
                <a:srgbClr val="000000"/>
              </a:solidFill>
              <a:latin typeface="Times New Roman"/>
            </a:endParaRPr>
          </a:p>
        </p:txBody>
      </p:sp>
      <p:sp>
        <p:nvSpPr>
          <p:cNvPr id="985" name="PlaceHolder 6"/>
          <p:cNvSpPr>
            <a:spLocks noGrp="1"/>
          </p:cNvSpPr>
          <p:nvPr>
            <p:ph type="sldNum" idx="105"/>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7719" spc="-1" strike="noStrike">
                <a:solidFill>
                  <a:schemeClr val="accent1"/>
                </a:solidFill>
                <a:latin typeface="Calibri"/>
                <a:ea typeface="Calibri"/>
              </a:defRPr>
            </a:lvl1pPr>
          </a:lstStyle>
          <a:p>
            <a:pPr indent="0" algn="r">
              <a:lnSpc>
                <a:spcPct val="100000"/>
              </a:lnSpc>
              <a:buNone/>
              <a:tabLst>
                <a:tab algn="l" pos="0"/>
              </a:tabLst>
            </a:pPr>
            <a:fld id="{3AB7621B-0F02-4CCD-9209-FA0420D76CA2}" type="slidenum">
              <a:rPr b="0" lang="es-ES" sz="7719" spc="-1" strike="noStrike">
                <a:solidFill>
                  <a:schemeClr val="accent1"/>
                </a:solidFill>
                <a:latin typeface="Calibri"/>
                <a:ea typeface="Calibri"/>
              </a:rPr>
              <a:t>&lt;número&gt;</a:t>
            </a:fld>
            <a:endParaRPr b="0" lang="es-AR" sz="7719"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(Whitten)</a:t>
            </a:r>
            <a:endParaRPr b="0" lang="es-AR" sz="4000" spc="-1" strike="noStrike">
              <a:solidFill>
                <a:srgbClr val="000000"/>
              </a:solidFill>
              <a:latin typeface="Arial"/>
            </a:endParaRPr>
          </a:p>
        </p:txBody>
      </p:sp>
      <p:sp>
        <p:nvSpPr>
          <p:cNvPr id="987" name="PlaceHolder 2"/>
          <p:cNvSpPr>
            <a:spLocks noGrp="1"/>
          </p:cNvSpPr>
          <p:nvPr>
            <p:ph type="sldNum" idx="106"/>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80F476C3-AA0E-4505-9C68-B4830614DD7E}"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88"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127080" algn="just">
              <a:lnSpc>
                <a:spcPct val="85000"/>
              </a:lnSpc>
              <a:buClr>
                <a:srgbClr val="c00000"/>
              </a:buClr>
              <a:buFont typeface="Arial"/>
              <a:buChar char="»"/>
            </a:pPr>
            <a:r>
              <a:rPr b="0" lang="es-ES" sz="2000" spc="-1" strike="noStrike">
                <a:solidFill>
                  <a:srgbClr val="3f3f3f"/>
                </a:solidFill>
                <a:latin typeface="Calibri"/>
                <a:ea typeface="Calibri"/>
              </a:rPr>
              <a:t>Seguimiento de la entrevista</a:t>
            </a:r>
            <a:endParaRPr b="0" lang="es-AR" sz="2000" spc="-1" strike="noStrike">
              <a:solidFill>
                <a:srgbClr val="000000"/>
              </a:solidFill>
              <a:latin typeface="Arial"/>
            </a:endParaRPr>
          </a:p>
          <a:p>
            <a:pPr lvl="1" marL="260640" indent="-257040" algn="just">
              <a:lnSpc>
                <a:spcPct val="85000"/>
              </a:lnSpc>
              <a:spcBef>
                <a:spcPts val="451"/>
              </a:spcBef>
              <a:buClr>
                <a:srgbClr val="262626"/>
              </a:buClr>
              <a:buFont typeface="Calibri"/>
              <a:buChar char=" "/>
            </a:pPr>
            <a:r>
              <a:rPr b="0" lang="es-ES" sz="2000" spc="-1" strike="noStrike">
                <a:solidFill>
                  <a:srgbClr val="3f3f3f"/>
                </a:solidFill>
                <a:latin typeface="Calibri"/>
                <a:ea typeface="Calibri"/>
              </a:rPr>
              <a:t>Enviar al entrevistado un resumen de la entrevista, permitiendo aclarar cualquier cosa que no se haya entendido durante la entrevista.</a:t>
            </a:r>
            <a:endParaRPr b="0" lang="es-AR" sz="2000" spc="-1" strike="noStrike">
              <a:solidFill>
                <a:srgbClr val="000000"/>
              </a:solidFill>
              <a:latin typeface="Arial"/>
            </a:endParaRPr>
          </a:p>
          <a:p>
            <a:pPr marL="68760" indent="-127080" algn="just">
              <a:lnSpc>
                <a:spcPct val="85000"/>
              </a:lnSpc>
              <a:spcBef>
                <a:spcPts val="975"/>
              </a:spcBef>
              <a:buClr>
                <a:srgbClr val="c00000"/>
              </a:buClr>
              <a:buFont typeface="Arial"/>
              <a:buChar char="»"/>
            </a:pPr>
            <a:r>
              <a:rPr b="0" lang="es-ES" sz="2000" spc="-1" strike="noStrike">
                <a:solidFill>
                  <a:srgbClr val="3f3f3f"/>
                </a:solidFill>
                <a:latin typeface="Calibri"/>
                <a:ea typeface="Calibri"/>
              </a:rPr>
              <a:t>Cómo escuchar</a:t>
            </a:r>
            <a:endParaRPr b="0" lang="es-AR" sz="2000" spc="-1" strike="noStrike">
              <a:solidFill>
                <a:srgbClr val="000000"/>
              </a:solidFill>
              <a:latin typeface="Arial"/>
            </a:endParaRPr>
          </a:p>
          <a:p>
            <a:pPr lvl="1" marL="260640" indent="-257040" algn="just">
              <a:lnSpc>
                <a:spcPct val="85000"/>
              </a:lnSpc>
              <a:spcBef>
                <a:spcPts val="451"/>
              </a:spcBef>
              <a:buClr>
                <a:srgbClr val="262626"/>
              </a:buClr>
              <a:buFont typeface="Calibri"/>
              <a:buChar char=" "/>
            </a:pPr>
            <a:r>
              <a:rPr b="0" lang="es-ES" sz="2000" spc="-1" strike="noStrike">
                <a:solidFill>
                  <a:srgbClr val="3f3f3f"/>
                </a:solidFill>
                <a:latin typeface="Calibri"/>
                <a:ea typeface="Calibri"/>
              </a:rPr>
              <a:t>Saber escuchar es la parte más importante del proceso de una entrevista</a:t>
            </a:r>
            <a:endParaRPr b="0" lang="es-AR" sz="2000" spc="-1" strike="noStrike">
              <a:solidFill>
                <a:srgbClr val="000000"/>
              </a:solidFill>
              <a:latin typeface="Arial"/>
            </a:endParaRPr>
          </a:p>
          <a:p>
            <a:pPr lvl="1" marL="260640" indent="-257040" algn="just">
              <a:lnSpc>
                <a:spcPct val="85000"/>
              </a:lnSpc>
              <a:spcBef>
                <a:spcPts val="451"/>
              </a:spcBef>
              <a:buClr>
                <a:srgbClr val="262626"/>
              </a:buClr>
              <a:buFont typeface="Calibri"/>
              <a:buChar char=" "/>
            </a:pPr>
            <a:r>
              <a:rPr b="0" lang="es-ES" sz="2000" spc="-1" strike="noStrike">
                <a:solidFill>
                  <a:srgbClr val="3f3f3f"/>
                </a:solidFill>
                <a:latin typeface="Calibri"/>
                <a:ea typeface="Calibri"/>
              </a:rPr>
              <a:t>Se debe diferenciar entre oír y escuchar.</a:t>
            </a:r>
            <a:endParaRPr b="0" lang="es-AR" sz="2000" spc="-1" strike="noStrike">
              <a:solidFill>
                <a:srgbClr val="000000"/>
              </a:solidFill>
              <a:latin typeface="Arial"/>
            </a:endParaRPr>
          </a:p>
          <a:p>
            <a:pPr marL="68760" indent="0" algn="just">
              <a:lnSpc>
                <a:spcPct val="85000"/>
              </a:lnSpc>
              <a:spcBef>
                <a:spcPts val="975"/>
              </a:spcBef>
              <a:buNone/>
              <a:tabLst>
                <a:tab algn="l" pos="0"/>
              </a:tabLst>
            </a:pPr>
            <a:endParaRPr b="0" lang="es-AR" sz="2000" spc="-1" strike="noStrike">
              <a:solidFill>
                <a:srgbClr val="000000"/>
              </a:solidFill>
              <a:latin typeface="Arial"/>
            </a:endParaRPr>
          </a:p>
        </p:txBody>
      </p:sp>
      <p:sp>
        <p:nvSpPr>
          <p:cNvPr id="989" name="Google Shape;1107;p141"/>
          <p:cNvSpPr/>
          <p:nvPr/>
        </p:nvSpPr>
        <p:spPr>
          <a:xfrm>
            <a:off x="4590360" y="18360"/>
            <a:ext cx="550836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pic>
        <p:nvPicPr>
          <p:cNvPr id="990" name="Google Shape;1108;p141" descr="Desarrollo de la auditoría. Realizar entrevistas (2/2)"/>
          <p:cNvPicPr/>
          <p:nvPr/>
        </p:nvPicPr>
        <p:blipFill>
          <a:blip r:embed="rId1"/>
          <a:stretch/>
        </p:blipFill>
        <p:spPr>
          <a:xfrm>
            <a:off x="4275360" y="4221000"/>
            <a:ext cx="2635560" cy="2116080"/>
          </a:xfrm>
          <a:prstGeom prst="rect">
            <a:avLst/>
          </a:prstGeom>
          <a:ln w="0">
            <a:noFill/>
          </a:ln>
        </p:spPr>
      </p:pic>
      <p:sp>
        <p:nvSpPr>
          <p:cNvPr id="991" name="Google Shape;1109;p141"/>
          <p:cNvSpPr/>
          <p:nvPr/>
        </p:nvSpPr>
        <p:spPr>
          <a:xfrm>
            <a:off x="6387120" y="6441840"/>
            <a:ext cx="1693800" cy="556920"/>
          </a:xfrm>
          <a:prstGeom prst="rect">
            <a:avLst/>
          </a:prstGeom>
          <a:noFill/>
          <a:ln w="0">
            <a:noFill/>
          </a:ln>
        </p:spPr>
        <p:style>
          <a:lnRef idx="0"/>
          <a:fillRef idx="0"/>
          <a:effectRef idx="0"/>
          <a:fontRef idx="minor"/>
        </p:style>
        <p:txBody>
          <a:bodyPr anchor="t">
            <a:spAutoFit/>
          </a:bodyPr>
          <a:p>
            <a:pPr>
              <a:lnSpc>
                <a:spcPct val="85000"/>
              </a:lnSpc>
              <a:tabLst>
                <a:tab algn="l" pos="0"/>
              </a:tabLst>
            </a:pPr>
            <a:r>
              <a:rPr b="0" lang="es-ES" sz="1800" spc="-1" strike="noStrike">
                <a:solidFill>
                  <a:srgbClr val="262626"/>
                </a:solidFill>
                <a:latin typeface="Calibri"/>
                <a:ea typeface="Calibri"/>
              </a:rPr>
              <a:t>Whitten Bentley</a:t>
            </a:r>
            <a:endParaRPr b="0" lang="es-AR" sz="1800" spc="-1" strike="noStrike">
              <a:solidFill>
                <a:srgbClr val="000000"/>
              </a:solidFill>
              <a:latin typeface="Arial"/>
            </a:endParaRPr>
          </a:p>
        </p:txBody>
      </p:sp>
    </p:spTree>
  </p:cSld>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(Whitten)</a:t>
            </a:r>
            <a:endParaRPr b="0" lang="es-AR" sz="4000" spc="-1" strike="noStrike">
              <a:solidFill>
                <a:srgbClr val="000000"/>
              </a:solidFill>
              <a:latin typeface="Arial"/>
            </a:endParaRPr>
          </a:p>
        </p:txBody>
      </p:sp>
      <p:sp>
        <p:nvSpPr>
          <p:cNvPr id="993" name="PlaceHolder 2"/>
          <p:cNvSpPr>
            <a:spLocks noGrp="1"/>
          </p:cNvSpPr>
          <p:nvPr>
            <p:ph type="sldNum" idx="107"/>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36AC0A00-49D2-471C-9182-BF9912899ACA}"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94" name="PlaceHolder 3"/>
          <p:cNvSpPr>
            <a:spLocks noGrp="1"/>
          </p:cNvSpPr>
          <p:nvPr>
            <p:ph/>
          </p:nvPr>
        </p:nvSpPr>
        <p:spPr>
          <a:xfrm>
            <a:off x="626040" y="1772640"/>
            <a:ext cx="9832320" cy="4478400"/>
          </a:xfrm>
          <a:prstGeom prst="rect">
            <a:avLst/>
          </a:prstGeom>
          <a:noFill/>
          <a:ln w="0">
            <a:noFill/>
          </a:ln>
        </p:spPr>
        <p:txBody>
          <a:bodyPr anchor="t">
            <a:normAutofit/>
          </a:bodyPr>
          <a:p>
            <a:pPr marL="68760" indent="-177840">
              <a:lnSpc>
                <a:spcPct val="75000"/>
              </a:lnSpc>
              <a:buClr>
                <a:srgbClr val="c00000"/>
              </a:buClr>
              <a:buFont typeface="Arial"/>
              <a:buChar char="»"/>
            </a:pPr>
            <a:r>
              <a:rPr b="0" lang="es-ES" sz="2800" spc="-1" strike="noStrike">
                <a:solidFill>
                  <a:srgbClr val="3f3f3f"/>
                </a:solidFill>
                <a:latin typeface="Calibri"/>
                <a:ea typeface="Calibri"/>
              </a:rPr>
              <a:t>Cómo escuchar</a:t>
            </a:r>
            <a:endParaRPr b="0" lang="es-AR" sz="28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800" spc="-1" strike="noStrike">
                <a:solidFill>
                  <a:srgbClr val="3f3f3f"/>
                </a:solidFill>
                <a:latin typeface="Calibri"/>
                <a:ea typeface="Calibri"/>
              </a:rPr>
              <a:t>Llegue con actitud positiva</a:t>
            </a:r>
            <a:endParaRPr b="0" lang="es-AR" sz="2800" spc="-1" strike="noStrike">
              <a:solidFill>
                <a:srgbClr val="000000"/>
              </a:solidFill>
              <a:latin typeface="Arial"/>
            </a:endParaRPr>
          </a:p>
          <a:p>
            <a:pPr lvl="2" marL="411480" indent="-411480">
              <a:lnSpc>
                <a:spcPct val="75000"/>
              </a:lnSpc>
              <a:spcBef>
                <a:spcPts val="451"/>
              </a:spcBef>
              <a:buClr>
                <a:srgbClr val="262626"/>
              </a:buClr>
              <a:buFont typeface="Calibri"/>
              <a:buChar char=" "/>
            </a:pPr>
            <a:r>
              <a:rPr b="0" lang="es-ES" sz="2000" spc="-1" strike="noStrike">
                <a:solidFill>
                  <a:srgbClr val="3f3f3f"/>
                </a:solidFill>
                <a:latin typeface="Calibri"/>
                <a:ea typeface="Calibri"/>
              </a:rPr>
              <a:t>Mejora el canal de comunicación </a:t>
            </a:r>
            <a:endParaRPr b="0" lang="es-AR" sz="20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800" spc="-1" strike="noStrike">
                <a:solidFill>
                  <a:srgbClr val="3f3f3f"/>
                </a:solidFill>
                <a:latin typeface="Calibri"/>
                <a:ea typeface="Calibri"/>
              </a:rPr>
              <a:t>Haga que la otra persona se tranquilice</a:t>
            </a:r>
            <a:endParaRPr b="0" lang="es-AR" sz="2800" spc="-1" strike="noStrike">
              <a:solidFill>
                <a:srgbClr val="000000"/>
              </a:solidFill>
              <a:latin typeface="Arial"/>
            </a:endParaRPr>
          </a:p>
          <a:p>
            <a:pPr lvl="2" marL="411480" indent="-411480">
              <a:lnSpc>
                <a:spcPct val="75000"/>
              </a:lnSpc>
              <a:spcBef>
                <a:spcPts val="451"/>
              </a:spcBef>
              <a:buClr>
                <a:srgbClr val="262626"/>
              </a:buClr>
              <a:buFont typeface="Calibri"/>
              <a:buChar char=" "/>
            </a:pPr>
            <a:r>
              <a:rPr b="0" lang="es-ES" sz="2000" spc="-1" strike="noStrike">
                <a:solidFill>
                  <a:srgbClr val="3f3f3f"/>
                </a:solidFill>
                <a:latin typeface="Calibri"/>
                <a:ea typeface="Calibri"/>
              </a:rPr>
              <a:t>Romper el hielo con cuestiones cotidianas</a:t>
            </a:r>
            <a:endParaRPr b="0" lang="es-AR" sz="20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800" spc="-1" strike="noStrike">
                <a:solidFill>
                  <a:srgbClr val="3f3f3f"/>
                </a:solidFill>
                <a:latin typeface="Calibri"/>
                <a:ea typeface="Calibri"/>
              </a:rPr>
              <a:t>Haga ver que está escuchando lo que dice</a:t>
            </a:r>
            <a:endParaRPr b="0" lang="es-AR" sz="2800" spc="-1" strike="noStrike">
              <a:solidFill>
                <a:srgbClr val="000000"/>
              </a:solidFill>
              <a:latin typeface="Arial"/>
            </a:endParaRPr>
          </a:p>
          <a:p>
            <a:pPr lvl="2" marL="411480" indent="-411480">
              <a:lnSpc>
                <a:spcPct val="75000"/>
              </a:lnSpc>
              <a:spcBef>
                <a:spcPts val="451"/>
              </a:spcBef>
              <a:buClr>
                <a:srgbClr val="262626"/>
              </a:buClr>
              <a:buFont typeface="Calibri"/>
              <a:buChar char=" "/>
            </a:pPr>
            <a:r>
              <a:rPr b="0" lang="es-ES" sz="2000" spc="-1" strike="noStrike">
                <a:solidFill>
                  <a:srgbClr val="3f3f3f"/>
                </a:solidFill>
                <a:latin typeface="Calibri"/>
                <a:ea typeface="Calibri"/>
              </a:rPr>
              <a:t>Mantener el contacto visual, asentir con la cabeza, emitir comentarios</a:t>
            </a:r>
            <a:endParaRPr b="0" lang="es-AR" sz="20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800" spc="-1" strike="noStrike">
                <a:solidFill>
                  <a:srgbClr val="3f3f3f"/>
                </a:solidFill>
                <a:latin typeface="Calibri"/>
                <a:ea typeface="Calibri"/>
              </a:rPr>
              <a:t>Haga preguntas sobre lo que dice</a:t>
            </a:r>
            <a:endParaRPr b="0" lang="es-AR" sz="2800" spc="-1" strike="noStrike">
              <a:solidFill>
                <a:srgbClr val="000000"/>
              </a:solidFill>
              <a:latin typeface="Arial"/>
            </a:endParaRPr>
          </a:p>
          <a:p>
            <a:pPr lvl="2" marL="411480" indent="-411480">
              <a:lnSpc>
                <a:spcPct val="75000"/>
              </a:lnSpc>
              <a:spcBef>
                <a:spcPts val="451"/>
              </a:spcBef>
              <a:buClr>
                <a:srgbClr val="262626"/>
              </a:buClr>
              <a:buFont typeface="Calibri"/>
              <a:buChar char=" "/>
            </a:pPr>
            <a:r>
              <a:rPr b="0" lang="es-ES" sz="2000" spc="-1" strike="noStrike">
                <a:solidFill>
                  <a:srgbClr val="3f3f3f"/>
                </a:solidFill>
                <a:latin typeface="Calibri"/>
                <a:ea typeface="Calibri"/>
              </a:rPr>
              <a:t>El entrevistado siente que le presta atención y puede ampliar su respuesta</a:t>
            </a:r>
            <a:endParaRPr b="0" lang="es-AR" sz="20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800" spc="-1" strike="noStrike">
                <a:solidFill>
                  <a:srgbClr val="3f3f3f"/>
                </a:solidFill>
                <a:latin typeface="Calibri"/>
                <a:ea typeface="Calibri"/>
              </a:rPr>
              <a:t>No haga suposiciones</a:t>
            </a:r>
            <a:endParaRPr b="0" lang="es-AR" sz="2800" spc="-1" strike="noStrike">
              <a:solidFill>
                <a:srgbClr val="000000"/>
              </a:solidFill>
              <a:latin typeface="Arial"/>
            </a:endParaRPr>
          </a:p>
          <a:p>
            <a:pPr lvl="2" marL="411480" indent="-411480">
              <a:lnSpc>
                <a:spcPct val="75000"/>
              </a:lnSpc>
              <a:spcBef>
                <a:spcPts val="451"/>
              </a:spcBef>
              <a:buClr>
                <a:srgbClr val="262626"/>
              </a:buClr>
              <a:buFont typeface="Calibri"/>
              <a:buChar char=" "/>
            </a:pPr>
            <a:r>
              <a:rPr b="0" lang="es-ES" sz="2000" spc="-1" strike="noStrike">
                <a:solidFill>
                  <a:srgbClr val="3f3f3f"/>
                </a:solidFill>
                <a:latin typeface="Calibri"/>
                <a:ea typeface="Calibri"/>
              </a:rPr>
              <a:t>Escuche todo lo que el entrevistado tiene que explicar</a:t>
            </a:r>
            <a:endParaRPr b="0" lang="es-AR" sz="2000" spc="-1" strike="noStrike">
              <a:solidFill>
                <a:srgbClr val="000000"/>
              </a:solidFill>
              <a:latin typeface="Arial"/>
            </a:endParaRPr>
          </a:p>
          <a:p>
            <a:pPr lvl="1" marL="260640" indent="-257040">
              <a:lnSpc>
                <a:spcPct val="75000"/>
              </a:lnSpc>
              <a:spcBef>
                <a:spcPts val="451"/>
              </a:spcBef>
              <a:buClr>
                <a:srgbClr val="262626"/>
              </a:buClr>
              <a:buFont typeface="Calibri"/>
              <a:buChar char=" "/>
            </a:pPr>
            <a:r>
              <a:rPr b="0" lang="es-ES" sz="2800" spc="-1" strike="noStrike">
                <a:solidFill>
                  <a:srgbClr val="3f3f3f"/>
                </a:solidFill>
                <a:latin typeface="Calibri"/>
                <a:ea typeface="Calibri"/>
              </a:rPr>
              <a:t>Tome nota</a:t>
            </a:r>
            <a:endParaRPr b="0" lang="es-AR" sz="2800" spc="-1" strike="noStrike">
              <a:solidFill>
                <a:srgbClr val="000000"/>
              </a:solidFill>
              <a:latin typeface="Arial"/>
            </a:endParaRPr>
          </a:p>
          <a:p>
            <a:pPr lvl="2" marL="411480" indent="-411480">
              <a:lnSpc>
                <a:spcPct val="75000"/>
              </a:lnSpc>
              <a:spcBef>
                <a:spcPts val="451"/>
              </a:spcBef>
              <a:buClr>
                <a:srgbClr val="262626"/>
              </a:buClr>
              <a:buFont typeface="Calibri"/>
              <a:buChar char=" "/>
            </a:pPr>
            <a:r>
              <a:rPr b="0" lang="es-ES" sz="2000" spc="-1" strike="noStrike">
                <a:solidFill>
                  <a:srgbClr val="3f3f3f"/>
                </a:solidFill>
                <a:latin typeface="Calibri"/>
                <a:ea typeface="Calibri"/>
              </a:rPr>
              <a:t>El entrevistado percibe que está siendo escuchado</a:t>
            </a:r>
            <a:endParaRPr b="0" lang="es-AR" sz="2000" spc="-1" strike="noStrike">
              <a:solidFill>
                <a:srgbClr val="000000"/>
              </a:solidFill>
              <a:latin typeface="Arial"/>
            </a:endParaRPr>
          </a:p>
          <a:p>
            <a:pPr marL="68760" indent="0">
              <a:lnSpc>
                <a:spcPct val="75000"/>
              </a:lnSpc>
              <a:spcBef>
                <a:spcPts val="975"/>
              </a:spcBef>
              <a:buNone/>
              <a:tabLst>
                <a:tab algn="l" pos="0"/>
              </a:tabLst>
            </a:pPr>
            <a:endParaRPr b="0" lang="es-AR" sz="2000" spc="-1" strike="noStrike">
              <a:solidFill>
                <a:srgbClr val="000000"/>
              </a:solidFill>
              <a:latin typeface="Arial"/>
            </a:endParaRPr>
          </a:p>
        </p:txBody>
      </p:sp>
      <p:sp>
        <p:nvSpPr>
          <p:cNvPr id="995" name="Google Shape;1117;p142"/>
          <p:cNvSpPr/>
          <p:nvPr/>
        </p:nvSpPr>
        <p:spPr>
          <a:xfrm>
            <a:off x="4590360" y="18360"/>
            <a:ext cx="550836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sp>
        <p:nvSpPr>
          <p:cNvPr id="996" name="Google Shape;1118;p142"/>
          <p:cNvSpPr/>
          <p:nvPr/>
        </p:nvSpPr>
        <p:spPr>
          <a:xfrm>
            <a:off x="6331320" y="6455880"/>
            <a:ext cx="1693800" cy="556920"/>
          </a:xfrm>
          <a:prstGeom prst="rect">
            <a:avLst/>
          </a:prstGeom>
          <a:noFill/>
          <a:ln w="0">
            <a:noFill/>
          </a:ln>
        </p:spPr>
        <p:style>
          <a:lnRef idx="0"/>
          <a:fillRef idx="0"/>
          <a:effectRef idx="0"/>
          <a:fontRef idx="minor"/>
        </p:style>
        <p:txBody>
          <a:bodyPr anchor="t">
            <a:spAutoFit/>
          </a:bodyPr>
          <a:p>
            <a:pPr>
              <a:lnSpc>
                <a:spcPct val="85000"/>
              </a:lnSpc>
              <a:tabLst>
                <a:tab algn="l" pos="0"/>
              </a:tabLst>
            </a:pPr>
            <a:r>
              <a:rPr b="0" lang="es-ES" sz="1800" spc="-1" strike="noStrike">
                <a:solidFill>
                  <a:srgbClr val="262626"/>
                </a:solidFill>
                <a:latin typeface="Calibri"/>
                <a:ea typeface="Calibri"/>
              </a:rPr>
              <a:t>Whitten Bentley</a:t>
            </a:r>
            <a:endParaRPr b="0" lang="es-AR" sz="1800" spc="-1" strike="noStrike">
              <a:solidFill>
                <a:srgbClr val="000000"/>
              </a:solidFill>
              <a:latin typeface="Arial"/>
            </a:endParaRPr>
          </a:p>
        </p:txBody>
      </p:sp>
    </p:spTree>
  </p:cSld>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PlaceHolder 1"/>
          <p:cNvSpPr>
            <a:spLocks noGrp="1"/>
          </p:cNvSpPr>
          <p:nvPr>
            <p:ph type="title"/>
          </p:nvPr>
        </p:nvSpPr>
        <p:spPr>
          <a:xfrm>
            <a:off x="626040" y="643320"/>
            <a:ext cx="10815840" cy="1128960"/>
          </a:xfrm>
          <a:prstGeom prst="rect">
            <a:avLst/>
          </a:prstGeom>
          <a:noFill/>
          <a:ln w="0">
            <a:noFill/>
          </a:ln>
        </p:spPr>
        <p:txBody>
          <a:bodyPr anchor="ctr">
            <a:normAutofit/>
          </a:bodyPr>
          <a:p>
            <a:pPr indent="0">
              <a:lnSpc>
                <a:spcPct val="85000"/>
              </a:lnSpc>
              <a:buNone/>
              <a:tabLst>
                <a:tab algn="l" pos="0"/>
              </a:tabLst>
            </a:pPr>
            <a:r>
              <a:rPr b="1" lang="es-ES" sz="4000" spc="-1" strike="noStrike">
                <a:solidFill>
                  <a:srgbClr val="3f3f3f"/>
                </a:solidFill>
                <a:latin typeface="Calibri"/>
                <a:ea typeface="Calibri"/>
              </a:rPr>
              <a:t>Entrevistas (Whitten)</a:t>
            </a:r>
            <a:endParaRPr b="0" lang="es-AR" sz="4000" spc="-1" strike="noStrike">
              <a:solidFill>
                <a:srgbClr val="000000"/>
              </a:solidFill>
              <a:latin typeface="Arial"/>
            </a:endParaRPr>
          </a:p>
        </p:txBody>
      </p:sp>
      <p:sp>
        <p:nvSpPr>
          <p:cNvPr id="998" name="PlaceHolder 2"/>
          <p:cNvSpPr>
            <a:spLocks noGrp="1"/>
          </p:cNvSpPr>
          <p:nvPr>
            <p:ph type="sldNum" idx="108"/>
          </p:nvPr>
        </p:nvSpPr>
        <p:spPr>
          <a:xfrm>
            <a:off x="9286560" y="2852640"/>
            <a:ext cx="2937600" cy="104832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90E30928-8862-48D9-833E-C0D1F0E2B59E}"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
        <p:nvSpPr>
          <p:cNvPr id="999" name="PlaceHolder 3"/>
          <p:cNvSpPr>
            <a:spLocks noGrp="1"/>
          </p:cNvSpPr>
          <p:nvPr>
            <p:ph/>
          </p:nvPr>
        </p:nvSpPr>
        <p:spPr>
          <a:xfrm>
            <a:off x="626040" y="1902600"/>
            <a:ext cx="9832320" cy="4478400"/>
          </a:xfrm>
          <a:prstGeom prst="rect">
            <a:avLst/>
          </a:prstGeom>
          <a:noFill/>
          <a:ln w="0">
            <a:noFill/>
          </a:ln>
        </p:spPr>
        <p:txBody>
          <a:bodyPr anchor="t">
            <a:normAutofit/>
          </a:bodyPr>
          <a:p>
            <a:pPr marL="68760" indent="-254160">
              <a:lnSpc>
                <a:spcPct val="85000"/>
              </a:lnSpc>
              <a:buClr>
                <a:srgbClr val="c00000"/>
              </a:buClr>
              <a:buFont typeface="Arial"/>
              <a:buChar char="»"/>
            </a:pPr>
            <a:r>
              <a:rPr b="0" lang="es-ES" sz="2400" spc="-1" strike="noStrike">
                <a:solidFill>
                  <a:srgbClr val="3f3f3f"/>
                </a:solidFill>
                <a:latin typeface="Calibri"/>
                <a:ea typeface="Calibri"/>
              </a:rPr>
              <a:t>El lenguaje corporal</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pPr>
            <a:r>
              <a:rPr b="0" lang="es-ES" sz="2400" spc="-1" strike="noStrike">
                <a:solidFill>
                  <a:srgbClr val="3f3f3f"/>
                </a:solidFill>
                <a:latin typeface="Calibri"/>
                <a:ea typeface="Calibri"/>
              </a:rPr>
              <a:t>Información no verbal que comunicamos</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La mayor parte de la información se expresa a través de las expresiones corporales </a:t>
            </a:r>
            <a:endParaRPr b="0" lang="es-AR" sz="2400" spc="-1" strike="noStrike">
              <a:solidFill>
                <a:srgbClr val="000000"/>
              </a:solidFill>
              <a:latin typeface="Arial"/>
            </a:endParaRPr>
          </a:p>
          <a:p>
            <a:pPr lvl="2" marL="411480" indent="-411480">
              <a:lnSpc>
                <a:spcPct val="85000"/>
              </a:lnSpc>
              <a:spcBef>
                <a:spcPts val="451"/>
              </a:spcBef>
              <a:buClr>
                <a:srgbClr val="262626"/>
              </a:buClr>
              <a:buFont typeface="Calibri"/>
              <a:buChar char=" "/>
            </a:pPr>
            <a:r>
              <a:rPr b="0" lang="es-ES" sz="2400" spc="-1" strike="noStrike">
                <a:solidFill>
                  <a:srgbClr val="3f3f3f"/>
                </a:solidFill>
                <a:latin typeface="Calibri"/>
                <a:ea typeface="Calibri"/>
              </a:rPr>
              <a:t>Las más importantes son:</a:t>
            </a:r>
            <a:endParaRPr b="0" lang="es-AR" sz="24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2400" spc="-1" strike="noStrike">
                <a:solidFill>
                  <a:srgbClr val="3f3f3f"/>
                </a:solidFill>
                <a:latin typeface="Calibri"/>
                <a:ea typeface="Calibri"/>
              </a:rPr>
              <a:t>Expresiones faciales</a:t>
            </a:r>
            <a:endParaRPr b="0" lang="es-AR" sz="24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2400" spc="-1" strike="noStrike">
                <a:solidFill>
                  <a:srgbClr val="3f3f3f"/>
                </a:solidFill>
                <a:latin typeface="Calibri"/>
                <a:ea typeface="Calibri"/>
              </a:rPr>
              <a:t>Contacto visual</a:t>
            </a:r>
            <a:endParaRPr b="0" lang="es-AR" sz="2400" spc="-1" strike="noStrike">
              <a:solidFill>
                <a:srgbClr val="000000"/>
              </a:solidFill>
              <a:latin typeface="Arial"/>
            </a:endParaRPr>
          </a:p>
          <a:p>
            <a:pPr lvl="3" marL="617400" indent="-617400">
              <a:lnSpc>
                <a:spcPct val="85000"/>
              </a:lnSpc>
              <a:spcBef>
                <a:spcPts val="451"/>
              </a:spcBef>
              <a:buClr>
                <a:srgbClr val="262626"/>
              </a:buClr>
              <a:buFont typeface="Calibri"/>
              <a:buChar char=" "/>
            </a:pPr>
            <a:r>
              <a:rPr b="0" lang="es-ES" sz="2400" spc="-1" strike="noStrike">
                <a:solidFill>
                  <a:srgbClr val="3f3f3f"/>
                </a:solidFill>
                <a:latin typeface="Calibri"/>
                <a:ea typeface="Calibri"/>
              </a:rPr>
              <a:t>Postura</a:t>
            </a:r>
            <a:endParaRPr b="0" lang="es-AR" sz="2400" spc="-1" strike="noStrike">
              <a:solidFill>
                <a:srgbClr val="000000"/>
              </a:solidFill>
              <a:latin typeface="Arial"/>
            </a:endParaRPr>
          </a:p>
        </p:txBody>
      </p:sp>
      <p:sp>
        <p:nvSpPr>
          <p:cNvPr id="1000" name="Google Shape;1126;p143"/>
          <p:cNvSpPr/>
          <p:nvPr/>
        </p:nvSpPr>
        <p:spPr>
          <a:xfrm>
            <a:off x="4590360" y="18360"/>
            <a:ext cx="5508360" cy="328680"/>
          </a:xfrm>
          <a:prstGeom prst="rect">
            <a:avLst/>
          </a:prstGeom>
          <a:noFill/>
          <a:ln w="0">
            <a:noFill/>
          </a:ln>
        </p:spPr>
        <p:style>
          <a:lnRef idx="0"/>
          <a:fillRef idx="0"/>
          <a:effectRef idx="0"/>
          <a:fontRef idx="minor"/>
        </p:style>
        <p:txBody>
          <a:bodyPr anchor="ctr">
            <a:noAutofit/>
          </a:bodyPr>
          <a:p>
            <a:pPr algn="ctr">
              <a:lnSpc>
                <a:spcPct val="100000"/>
              </a:lnSpc>
              <a:tabLst>
                <a:tab algn="l" pos="0"/>
              </a:tabLst>
            </a:pPr>
            <a:r>
              <a:rPr b="0" lang="es-ES" sz="1200" spc="-1" strike="noStrike">
                <a:solidFill>
                  <a:srgbClr val="ffffff"/>
                </a:solidFill>
                <a:latin typeface="Calibri"/>
                <a:ea typeface="Calibri"/>
              </a:rPr>
              <a:t>Ingeniería de Software I  2013</a:t>
            </a:r>
            <a:endParaRPr b="0" lang="es-AR" sz="1200" spc="-1" strike="noStrike">
              <a:solidFill>
                <a:srgbClr val="000000"/>
              </a:solidFill>
              <a:latin typeface="Arial"/>
            </a:endParaRPr>
          </a:p>
        </p:txBody>
      </p:sp>
      <p:pic>
        <p:nvPicPr>
          <p:cNvPr id="1001" name="Google Shape;1127;p143" descr="http://www.primerempleo.com/images/8259.gif"/>
          <p:cNvPicPr/>
          <p:nvPr/>
        </p:nvPicPr>
        <p:blipFill>
          <a:blip r:embed="rId1"/>
          <a:stretch/>
        </p:blipFill>
        <p:spPr>
          <a:xfrm>
            <a:off x="8433360" y="4149000"/>
            <a:ext cx="3695760" cy="1610280"/>
          </a:xfrm>
          <a:prstGeom prst="rect">
            <a:avLst/>
          </a:prstGeom>
          <a:ln w="0">
            <a:noFill/>
          </a:ln>
        </p:spPr>
      </p:pic>
      <p:sp>
        <p:nvSpPr>
          <p:cNvPr id="1002" name="Google Shape;1128;p143"/>
          <p:cNvSpPr/>
          <p:nvPr/>
        </p:nvSpPr>
        <p:spPr>
          <a:xfrm>
            <a:off x="5903640" y="6494760"/>
            <a:ext cx="1807200" cy="265680"/>
          </a:xfrm>
          <a:prstGeom prst="rect">
            <a:avLst/>
          </a:prstGeom>
          <a:noFill/>
          <a:ln w="0">
            <a:noFill/>
          </a:ln>
        </p:spPr>
        <p:style>
          <a:lnRef idx="0"/>
          <a:fillRef idx="0"/>
          <a:effectRef idx="0"/>
          <a:fontRef idx="minor"/>
        </p:style>
        <p:txBody>
          <a:bodyPr anchor="t">
            <a:spAutoFit/>
          </a:bodyPr>
          <a:p>
            <a:pPr>
              <a:lnSpc>
                <a:spcPct val="85000"/>
              </a:lnSpc>
              <a:tabLst>
                <a:tab algn="l" pos="0"/>
              </a:tabLst>
            </a:pPr>
            <a:r>
              <a:rPr b="0" lang="es-ES" sz="1350" spc="-1" strike="noStrike">
                <a:solidFill>
                  <a:srgbClr val="262626"/>
                </a:solidFill>
                <a:latin typeface="Calibri"/>
                <a:ea typeface="Calibri"/>
              </a:rPr>
              <a:t>Whitten Bentley</a:t>
            </a:r>
            <a:endParaRPr b="0" lang="es-AR" sz="1350" spc="-1" strike="noStrike">
              <a:solidFill>
                <a:srgbClr val="000000"/>
              </a:solidFill>
              <a:latin typeface="Arial"/>
            </a:endParaRPr>
          </a:p>
        </p:txBody>
      </p:sp>
    </p:spTree>
  </p:cSld>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 name="PlaceHolder 1"/>
          <p:cNvSpPr>
            <a:spLocks noGrp="1"/>
          </p:cNvSpPr>
          <p:nvPr>
            <p:ph type="title"/>
          </p:nvPr>
        </p:nvSpPr>
        <p:spPr>
          <a:xfrm>
            <a:off x="626040" y="499680"/>
            <a:ext cx="10850040" cy="1272960"/>
          </a:xfrm>
          <a:prstGeom prst="rect">
            <a:avLst/>
          </a:prstGeom>
          <a:noFill/>
          <a:ln w="0">
            <a:noFill/>
          </a:ln>
        </p:spPr>
        <p:txBody>
          <a:bodyPr anchor="ctr">
            <a:noAutofit/>
          </a:bodyPr>
          <a:p>
            <a:pPr indent="0">
              <a:lnSpc>
                <a:spcPct val="85000"/>
              </a:lnSpc>
              <a:buNone/>
              <a:tabLst>
                <a:tab algn="l" pos="0"/>
              </a:tabLst>
            </a:pPr>
            <a:r>
              <a:rPr b="1" lang="es-ES" sz="4000" spc="-1" strike="noStrike">
                <a:solidFill>
                  <a:srgbClr val="3f3f3f"/>
                </a:solidFill>
                <a:latin typeface="Calibri"/>
                <a:ea typeface="Calibri"/>
              </a:rPr>
              <a:t>Bibliografía</a:t>
            </a:r>
            <a:endParaRPr b="0" lang="es-AR" sz="4000" spc="-1" strike="noStrike">
              <a:solidFill>
                <a:srgbClr val="000000"/>
              </a:solidFill>
              <a:latin typeface="Arial"/>
            </a:endParaRPr>
          </a:p>
        </p:txBody>
      </p:sp>
      <p:sp>
        <p:nvSpPr>
          <p:cNvPr id="1004" name="PlaceHolder 2"/>
          <p:cNvSpPr>
            <a:spLocks noGrp="1"/>
          </p:cNvSpPr>
          <p:nvPr>
            <p:ph/>
          </p:nvPr>
        </p:nvSpPr>
        <p:spPr>
          <a:xfrm>
            <a:off x="698040" y="2061000"/>
            <a:ext cx="10193760" cy="4032000"/>
          </a:xfrm>
          <a:prstGeom prst="rect">
            <a:avLst/>
          </a:prstGeom>
          <a:noFill/>
          <a:ln w="0">
            <a:noFill/>
          </a:ln>
        </p:spPr>
        <p:txBody>
          <a:bodyPr anchor="t">
            <a:normAutofit/>
          </a:bodyPr>
          <a:p>
            <a:pPr marL="68760" indent="-152280">
              <a:lnSpc>
                <a:spcPct val="85000"/>
              </a:lnSpc>
              <a:buClr>
                <a:srgbClr val="549e39"/>
              </a:buClr>
              <a:buFont typeface="Calibri"/>
              <a:buChar char="»"/>
            </a:pPr>
            <a:r>
              <a:rPr b="0" lang="es-ES" sz="2400" spc="-1" strike="noStrike">
                <a:solidFill>
                  <a:srgbClr val="3f3f3f"/>
                </a:solidFill>
                <a:latin typeface="Calibri"/>
                <a:ea typeface="Calibri"/>
              </a:rPr>
              <a:t>Libros consultados para técnicas de elicitación de requerimientos</a:t>
            </a:r>
            <a:endParaRPr b="0" lang="es-AR" sz="2400" spc="-1" strike="noStrike">
              <a:solidFill>
                <a:srgbClr val="000000"/>
              </a:solidFill>
              <a:latin typeface="Arial"/>
            </a:endParaRPr>
          </a:p>
          <a:p>
            <a:pPr marL="68760" indent="0">
              <a:lnSpc>
                <a:spcPct val="85000"/>
              </a:lnSpc>
              <a:spcBef>
                <a:spcPts val="975"/>
              </a:spcBef>
              <a:buNone/>
              <a:tabLst>
                <a:tab algn="l" pos="0"/>
              </a:tabLst>
            </a:pP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tabLst>
                <a:tab algn="l" pos="0"/>
              </a:tabLst>
            </a:pPr>
            <a:r>
              <a:rPr b="0" lang="es-ES" sz="2400" spc="-1" strike="noStrike">
                <a:solidFill>
                  <a:srgbClr val="3f3f3f"/>
                </a:solidFill>
                <a:latin typeface="Calibri"/>
                <a:ea typeface="Calibri"/>
              </a:rPr>
              <a:t>Whitten-Bentley, Análisis de Sistemas Diseño y Métodos, Capítulo 5, Mc Graw Hill 2008</a:t>
            </a:r>
            <a:endParaRPr b="0" lang="es-AR" sz="2400" spc="-1" strike="noStrike">
              <a:solidFill>
                <a:srgbClr val="000000"/>
              </a:solidFill>
              <a:latin typeface="Arial"/>
            </a:endParaRPr>
          </a:p>
          <a:p>
            <a:pPr lvl="1" marL="260640" indent="-257040">
              <a:lnSpc>
                <a:spcPct val="85000"/>
              </a:lnSpc>
              <a:spcBef>
                <a:spcPts val="451"/>
              </a:spcBef>
              <a:buClr>
                <a:srgbClr val="262626"/>
              </a:buClr>
              <a:buFont typeface="Calibri"/>
              <a:buChar char=" "/>
              <a:tabLst>
                <a:tab algn="l" pos="0"/>
              </a:tabLst>
            </a:pPr>
            <a:r>
              <a:rPr b="0" lang="es-ES" sz="2400" spc="-1" strike="noStrike">
                <a:solidFill>
                  <a:srgbClr val="3f3f3f"/>
                </a:solidFill>
                <a:latin typeface="Calibri"/>
                <a:ea typeface="Calibri"/>
              </a:rPr>
              <a:t>Kendall y Kendall, Análisis y diseño de Sistemas, Capítulo 4, Pearson Prentice Hall 2005</a:t>
            </a:r>
            <a:endParaRPr b="0" lang="es-AR" sz="2400" spc="-1" strike="noStrike">
              <a:solidFill>
                <a:srgbClr val="000000"/>
              </a:solidFill>
              <a:latin typeface="Arial"/>
            </a:endParaRPr>
          </a:p>
          <a:p>
            <a:pPr marL="68760" indent="0">
              <a:lnSpc>
                <a:spcPct val="85000"/>
              </a:lnSpc>
              <a:spcBef>
                <a:spcPts val="975"/>
              </a:spcBef>
              <a:buNone/>
              <a:tabLst>
                <a:tab algn="l" pos="0"/>
              </a:tabLst>
            </a:pPr>
            <a:endParaRPr b="0" lang="es-AR" sz="2400" spc="-1" strike="noStrike">
              <a:solidFill>
                <a:srgbClr val="000000"/>
              </a:solidFill>
              <a:latin typeface="Arial"/>
            </a:endParaRPr>
          </a:p>
          <a:p>
            <a:pPr marL="260640" indent="0">
              <a:lnSpc>
                <a:spcPct val="85000"/>
              </a:lnSpc>
              <a:spcBef>
                <a:spcPts val="451"/>
              </a:spcBef>
              <a:buNone/>
              <a:tabLst>
                <a:tab algn="l" pos="0"/>
              </a:tabLst>
            </a:pPr>
            <a:endParaRPr b="0" lang="es-AR" sz="2400" spc="-1" strike="noStrike">
              <a:solidFill>
                <a:srgbClr val="000000"/>
              </a:solidFill>
              <a:latin typeface="Arial"/>
            </a:endParaRPr>
          </a:p>
        </p:txBody>
      </p:sp>
      <p:sp>
        <p:nvSpPr>
          <p:cNvPr id="1005" name="PlaceHolder 3"/>
          <p:cNvSpPr>
            <a:spLocks noGrp="1"/>
          </p:cNvSpPr>
          <p:nvPr>
            <p:ph type="sldNum" idx="109"/>
          </p:nvPr>
        </p:nvSpPr>
        <p:spPr>
          <a:xfrm>
            <a:off x="9303480" y="2781000"/>
            <a:ext cx="2937600" cy="1396800"/>
          </a:xfrm>
          <a:prstGeom prst="rect">
            <a:avLst/>
          </a:prstGeom>
          <a:noFill/>
          <a:ln w="0">
            <a:noFill/>
          </a:ln>
        </p:spPr>
        <p:txBody>
          <a:bodyPr anchor="b">
            <a:noAutofit/>
          </a:bodyPr>
          <a:lstStyle>
            <a:lvl1pPr indent="0" algn="r">
              <a:lnSpc>
                <a:spcPct val="100000"/>
              </a:lnSpc>
              <a:buNone/>
              <a:tabLst>
                <a:tab algn="l" pos="0"/>
              </a:tabLst>
              <a:defRPr b="0" lang="es-ES" sz="1050" spc="-1" strike="noStrike">
                <a:solidFill>
                  <a:srgbClr val="ffffff"/>
                </a:solidFill>
                <a:latin typeface="Calibri"/>
                <a:ea typeface="Calibri"/>
              </a:defRPr>
            </a:lvl1pPr>
          </a:lstStyle>
          <a:p>
            <a:pPr indent="0" algn="r">
              <a:lnSpc>
                <a:spcPct val="100000"/>
              </a:lnSpc>
              <a:buNone/>
              <a:tabLst>
                <a:tab algn="l" pos="0"/>
              </a:tabLst>
            </a:pPr>
            <a:fld id="{6878A39A-C7C2-45B5-A8D4-5448B34B380B}" type="slidenum">
              <a:rPr b="0" lang="es-ES" sz="1050" spc="-1" strike="noStrike">
                <a:solidFill>
                  <a:srgbClr val="ffffff"/>
                </a:solidFill>
                <a:latin typeface="Calibri"/>
                <a:ea typeface="Calibri"/>
              </a:rPr>
              <a:t>&lt;número&gt;</a:t>
            </a:fld>
            <a:endParaRPr b="0" lang="es-AR" sz="105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139</TotalTime>
  <Application>LibreOffice/7.5.9.2$Linux_X86_64 LibreOffice_project/50$Build-2</Application>
  <AppVersion>15.0000</AppVersion>
  <Words>4309</Words>
  <Paragraphs>746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2011-08-01T13:16:26Z</dcterms:created>
  <dc:creator>Ariel</dc:creator>
  <dc:description/>
  <dc:language>es-AR</dc:language>
  <cp:lastModifiedBy/>
  <dcterms:modified xsi:type="dcterms:W3CDTF">2025-08-29T17:51:42Z</dcterms:modified>
  <cp:revision>10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77</vt:i4>
  </property>
  <property fmtid="{D5CDD505-2E9C-101B-9397-08002B2CF9AE}" pid="3" name="PresentationFormat">
    <vt:lpwstr>Personalizado</vt:lpwstr>
  </property>
  <property fmtid="{D5CDD505-2E9C-101B-9397-08002B2CF9AE}" pid="4" name="Slides">
    <vt:i4>77</vt:i4>
  </property>
</Properties>
</file>